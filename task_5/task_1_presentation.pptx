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Lato" charset="1" panose="020F050202020403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50237" y="2956918"/>
            <a:ext cx="9445526" cy="1771947"/>
            <a:chOff x="0" y="0"/>
            <a:chExt cx="12594035" cy="2362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MNIST Digit Classification 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50237" y="5154066"/>
            <a:ext cx="9445526" cy="1360885"/>
            <a:chOff x="0" y="0"/>
            <a:chExt cx="12594035" cy="1814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035" cy="1814513"/>
            </a:xfrm>
            <a:custGeom>
              <a:avLst/>
              <a:gdLst/>
              <a:ahLst/>
              <a:cxnLst/>
              <a:rect r="r" b="b" t="t" l="l"/>
              <a:pathLst>
                <a:path h="181451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594035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This presentation details a deep learning approach to handwritten digit recognition using the MNIST dataset. We will cover data preprocessing, model architecture, training results, challenges, and solutions.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0"/>
            <a:ext cx="7198630" cy="10287000"/>
          </a:xfrm>
          <a:custGeom>
            <a:avLst/>
            <a:gdLst/>
            <a:ahLst/>
            <a:cxnLst/>
            <a:rect r="r" b="b" t="t" l="l"/>
            <a:pathLst>
              <a:path h="10287000" w="7198630">
                <a:moveTo>
                  <a:pt x="0" y="0"/>
                </a:moveTo>
                <a:lnTo>
                  <a:pt x="7198630" y="0"/>
                </a:lnTo>
                <a:lnTo>
                  <a:pt x="719863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70" t="0" r="-977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850237" y="1291381"/>
            <a:ext cx="7088237" cy="885974"/>
            <a:chOff x="0" y="0"/>
            <a:chExt cx="9450983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181298"/>
            </a:xfrm>
            <a:custGeom>
              <a:avLst/>
              <a:gdLst/>
              <a:ahLst/>
              <a:cxnLst/>
              <a:rect r="r" b="b" t="t" l="l"/>
              <a:pathLst>
                <a:path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50983" cy="123844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Project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45475" y="2916734"/>
            <a:ext cx="647402" cy="647402"/>
            <a:chOff x="0" y="0"/>
            <a:chExt cx="863203" cy="86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71632" y="2921496"/>
            <a:ext cx="3544044" cy="442912"/>
            <a:chOff x="0" y="0"/>
            <a:chExt cx="4725392" cy="590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Objective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771632" y="3534519"/>
            <a:ext cx="8524131" cy="453629"/>
            <a:chOff x="0" y="0"/>
            <a:chExt cx="11365508" cy="604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Build a CNN to classify digits.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45475" y="4585841"/>
            <a:ext cx="647402" cy="647402"/>
            <a:chOff x="0" y="0"/>
            <a:chExt cx="863203" cy="863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71632" y="4590604"/>
            <a:ext cx="3544044" cy="442912"/>
            <a:chOff x="0" y="0"/>
            <a:chExt cx="4725392" cy="590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Dataset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71632" y="5203626"/>
            <a:ext cx="8524131" cy="453629"/>
            <a:chOff x="0" y="0"/>
            <a:chExt cx="11365508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MNIST: 60K train, 10K test.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45475" y="6254949"/>
            <a:ext cx="647402" cy="647402"/>
            <a:chOff x="0" y="0"/>
            <a:chExt cx="863203" cy="863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71632" y="6259711"/>
            <a:ext cx="3544044" cy="442912"/>
            <a:chOff x="0" y="0"/>
            <a:chExt cx="4725392" cy="5905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Implementation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71632" y="6872734"/>
            <a:ext cx="8524131" cy="453629"/>
            <a:chOff x="0" y="0"/>
            <a:chExt cx="11365508" cy="60483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TensorFlow/Keras CNN model.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45475" y="7924056"/>
            <a:ext cx="647402" cy="647403"/>
            <a:chOff x="0" y="0"/>
            <a:chExt cx="863203" cy="863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771632" y="7928819"/>
            <a:ext cx="3544044" cy="442912"/>
            <a:chOff x="0" y="0"/>
            <a:chExt cx="4725392" cy="5905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Results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771633" y="8541841"/>
            <a:ext cx="8524131" cy="453629"/>
            <a:chOff x="0" y="0"/>
            <a:chExt cx="11365508" cy="6048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65509" cy="604838"/>
            </a:xfrm>
            <a:custGeom>
              <a:avLst/>
              <a:gdLst/>
              <a:ahLst/>
              <a:cxnLst/>
              <a:rect r="r" b="b" t="t" l="l"/>
              <a:pathLst>
                <a:path h="604838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1136550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99% accuracy on test set.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853489"/>
            <a:ext cx="12924457" cy="1132367"/>
            <a:chOff x="0" y="0"/>
            <a:chExt cx="1723260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32610" cy="1509823"/>
            </a:xfrm>
            <a:custGeom>
              <a:avLst/>
              <a:gdLst/>
              <a:ahLst/>
              <a:cxnLst/>
              <a:rect r="r" b="b" t="t" l="l"/>
              <a:pathLst>
                <a:path h="1509823" w="17232610">
                  <a:moveTo>
                    <a:pt x="0" y="0"/>
                  </a:moveTo>
                  <a:lnTo>
                    <a:pt x="17232610" y="0"/>
                  </a:lnTo>
                  <a:lnTo>
                    <a:pt x="17232610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23260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LOAD DATA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02200" y="2850033"/>
            <a:ext cx="12804354" cy="5890003"/>
          </a:xfrm>
          <a:custGeom>
            <a:avLst/>
            <a:gdLst/>
            <a:ahLst/>
            <a:cxnLst/>
            <a:rect r="r" b="b" t="t" l="l"/>
            <a:pathLst>
              <a:path h="5890003" w="12804354">
                <a:moveTo>
                  <a:pt x="0" y="0"/>
                </a:moveTo>
                <a:lnTo>
                  <a:pt x="12804354" y="0"/>
                </a:lnTo>
                <a:lnTo>
                  <a:pt x="12804354" y="5890003"/>
                </a:lnTo>
                <a:lnTo>
                  <a:pt x="0" y="58900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25" y="-9525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853489"/>
            <a:ext cx="12924457" cy="1132367"/>
            <a:chOff x="0" y="0"/>
            <a:chExt cx="17232609" cy="1509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32610" cy="1509823"/>
            </a:xfrm>
            <a:custGeom>
              <a:avLst/>
              <a:gdLst/>
              <a:ahLst/>
              <a:cxnLst/>
              <a:rect r="r" b="b" t="t" l="l"/>
              <a:pathLst>
                <a:path h="1509823" w="17232610">
                  <a:moveTo>
                    <a:pt x="0" y="0"/>
                  </a:moveTo>
                  <a:lnTo>
                    <a:pt x="17232610" y="0"/>
                  </a:lnTo>
                  <a:lnTo>
                    <a:pt x="17232610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232609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Data Preprocessing &amp; Augmentation</a:t>
              </a:r>
            </a:p>
          </p:txBody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992238" y="2206482"/>
            <a:ext cx="5434459" cy="1134070"/>
          </a:xfrm>
          <a:custGeom>
            <a:avLst/>
            <a:gdLst/>
            <a:ahLst/>
            <a:cxnLst/>
            <a:rect r="r" b="b" t="t" l="l"/>
            <a:pathLst>
              <a:path h="1134070" w="5434459">
                <a:moveTo>
                  <a:pt x="0" y="0"/>
                </a:moveTo>
                <a:lnTo>
                  <a:pt x="5434458" y="0"/>
                </a:lnTo>
                <a:lnTo>
                  <a:pt x="5434458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" t="0" r="-6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75755" y="3765753"/>
            <a:ext cx="3544044" cy="442912"/>
            <a:chOff x="0" y="0"/>
            <a:chExt cx="4725392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Normalization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75755" y="4378777"/>
            <a:ext cx="4867424" cy="453629"/>
            <a:chOff x="0" y="0"/>
            <a:chExt cx="6489898" cy="604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89898" cy="604838"/>
            </a:xfrm>
            <a:custGeom>
              <a:avLst/>
              <a:gdLst/>
              <a:ahLst/>
              <a:cxnLst/>
              <a:rect r="r" b="b" t="t" l="l"/>
              <a:pathLst>
                <a:path h="604838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648989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Scaled pixel values to [0,1].</a:t>
              </a:r>
            </a:p>
          </p:txBody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6426696" y="2206482"/>
            <a:ext cx="5434459" cy="1134070"/>
          </a:xfrm>
          <a:custGeom>
            <a:avLst/>
            <a:gdLst/>
            <a:ahLst/>
            <a:cxnLst/>
            <a:rect r="r" b="b" t="t" l="l"/>
            <a:pathLst>
              <a:path h="1134070" w="5434459">
                <a:moveTo>
                  <a:pt x="0" y="0"/>
                </a:moveTo>
                <a:lnTo>
                  <a:pt x="5434459" y="0"/>
                </a:lnTo>
                <a:lnTo>
                  <a:pt x="5434459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" t="0" r="-65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6710214" y="3765753"/>
            <a:ext cx="3544044" cy="442912"/>
            <a:chOff x="0" y="0"/>
            <a:chExt cx="4725392" cy="590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Reshaping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710214" y="4378777"/>
            <a:ext cx="4867424" cy="453629"/>
            <a:chOff x="0" y="0"/>
            <a:chExt cx="6489898" cy="60483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89898" cy="604838"/>
            </a:xfrm>
            <a:custGeom>
              <a:avLst/>
              <a:gdLst/>
              <a:ahLst/>
              <a:cxnLst/>
              <a:rect r="r" b="b" t="t" l="l"/>
              <a:pathLst>
                <a:path h="604838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648989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Images to 28x28x1 format.</a:t>
              </a:r>
            </a:p>
          </p:txBody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1861155" y="2206482"/>
            <a:ext cx="5434459" cy="1134070"/>
          </a:xfrm>
          <a:custGeom>
            <a:avLst/>
            <a:gdLst/>
            <a:ahLst/>
            <a:cxnLst/>
            <a:rect r="r" b="b" t="t" l="l"/>
            <a:pathLst>
              <a:path h="1134070" w="5434459">
                <a:moveTo>
                  <a:pt x="0" y="0"/>
                </a:moveTo>
                <a:lnTo>
                  <a:pt x="5434459" y="0"/>
                </a:lnTo>
                <a:lnTo>
                  <a:pt x="5434459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5" t="0" r="-65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144672" y="3765753"/>
            <a:ext cx="3544044" cy="442912"/>
            <a:chOff x="0" y="0"/>
            <a:chExt cx="4725392" cy="590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72525"/>
                  </a:solidFill>
                  <a:latin typeface="Arimo"/>
                  <a:ea typeface="Arimo"/>
                  <a:cs typeface="Arimo"/>
                  <a:sym typeface="Arimo"/>
                </a:rPr>
                <a:t>Augmentation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44672" y="4378777"/>
            <a:ext cx="4867424" cy="453629"/>
            <a:chOff x="0" y="0"/>
            <a:chExt cx="6489898" cy="6048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89898" cy="604838"/>
            </a:xfrm>
            <a:custGeom>
              <a:avLst/>
              <a:gdLst/>
              <a:ahLst/>
              <a:cxnLst/>
              <a:rect r="r" b="b" t="t" l="l"/>
              <a:pathLst>
                <a:path h="604838" w="6489898">
                  <a:moveTo>
                    <a:pt x="0" y="0"/>
                  </a:moveTo>
                  <a:lnTo>
                    <a:pt x="6489898" y="0"/>
                  </a:lnTo>
                  <a:lnTo>
                    <a:pt x="648989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48989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Rotation, zoom, shifts.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796433" y="5261031"/>
            <a:ext cx="9371606" cy="4416369"/>
          </a:xfrm>
          <a:custGeom>
            <a:avLst/>
            <a:gdLst/>
            <a:ahLst/>
            <a:cxnLst/>
            <a:rect r="r" b="b" t="t" l="l"/>
            <a:pathLst>
              <a:path h="4416369" w="9371606">
                <a:moveTo>
                  <a:pt x="0" y="0"/>
                </a:moveTo>
                <a:lnTo>
                  <a:pt x="9371606" y="0"/>
                </a:lnTo>
                <a:lnTo>
                  <a:pt x="9371606" y="4416369"/>
                </a:lnTo>
                <a:lnTo>
                  <a:pt x="0" y="44163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504279" y="2082781"/>
            <a:ext cx="7279442" cy="7261244"/>
          </a:xfrm>
          <a:custGeom>
            <a:avLst/>
            <a:gdLst/>
            <a:ahLst/>
            <a:cxnLst/>
            <a:rect r="r" b="b" t="t" l="l"/>
            <a:pathLst>
              <a:path h="7261244" w="7279442">
                <a:moveTo>
                  <a:pt x="0" y="0"/>
                </a:moveTo>
                <a:lnTo>
                  <a:pt x="7279442" y="0"/>
                </a:lnTo>
                <a:lnTo>
                  <a:pt x="7279442" y="7261244"/>
                </a:lnTo>
                <a:lnTo>
                  <a:pt x="0" y="7261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2237" y="739189"/>
            <a:ext cx="13760801" cy="2008735"/>
            <a:chOff x="0" y="0"/>
            <a:chExt cx="18347734" cy="26783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47734" cy="2678313"/>
            </a:xfrm>
            <a:custGeom>
              <a:avLst/>
              <a:gdLst/>
              <a:ahLst/>
              <a:cxnLst/>
              <a:rect r="r" b="b" t="t" l="l"/>
              <a:pathLst>
                <a:path h="2678313" w="18347734">
                  <a:moveTo>
                    <a:pt x="0" y="0"/>
                  </a:moveTo>
                  <a:lnTo>
                    <a:pt x="18347734" y="0"/>
                  </a:lnTo>
                  <a:lnTo>
                    <a:pt x="18347734" y="2678313"/>
                  </a:lnTo>
                  <a:lnTo>
                    <a:pt x="0" y="2678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347734" cy="27354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Build 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and Compile CNN Model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39189"/>
            <a:ext cx="13760801" cy="2008735"/>
            <a:chOff x="0" y="0"/>
            <a:chExt cx="18347734" cy="2678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47734" cy="2678313"/>
            </a:xfrm>
            <a:custGeom>
              <a:avLst/>
              <a:gdLst/>
              <a:ahLst/>
              <a:cxnLst/>
              <a:rect r="r" b="b" t="t" l="l"/>
              <a:pathLst>
                <a:path h="2678313" w="18347734">
                  <a:moveTo>
                    <a:pt x="0" y="0"/>
                  </a:moveTo>
                  <a:lnTo>
                    <a:pt x="18347734" y="0"/>
                  </a:lnTo>
                  <a:lnTo>
                    <a:pt x="18347734" y="2678313"/>
                  </a:lnTo>
                  <a:lnTo>
                    <a:pt x="0" y="2678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8347734" cy="27354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Ev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aluate Model Performance</a:t>
              </a:r>
            </a:p>
            <a:p>
              <a:pPr algn="l">
                <a:lnSpc>
                  <a:spcPts val="69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66283" y="2747923"/>
            <a:ext cx="13355433" cy="5509116"/>
          </a:xfrm>
          <a:custGeom>
            <a:avLst/>
            <a:gdLst/>
            <a:ahLst/>
            <a:cxnLst/>
            <a:rect r="r" b="b" t="t" l="l"/>
            <a:pathLst>
              <a:path h="5509116" w="13355433">
                <a:moveTo>
                  <a:pt x="0" y="0"/>
                </a:moveTo>
                <a:lnTo>
                  <a:pt x="13355434" y="0"/>
                </a:lnTo>
                <a:lnTo>
                  <a:pt x="13355434" y="5509117"/>
                </a:lnTo>
                <a:lnTo>
                  <a:pt x="0" y="5509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39189"/>
            <a:ext cx="17085268" cy="2008735"/>
            <a:chOff x="0" y="0"/>
            <a:chExt cx="22780357" cy="2678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80358" cy="2678313"/>
            </a:xfrm>
            <a:custGeom>
              <a:avLst/>
              <a:gdLst/>
              <a:ahLst/>
              <a:cxnLst/>
              <a:rect r="r" b="b" t="t" l="l"/>
              <a:pathLst>
                <a:path h="2678313" w="22780358">
                  <a:moveTo>
                    <a:pt x="0" y="0"/>
                  </a:moveTo>
                  <a:lnTo>
                    <a:pt x="22780358" y="0"/>
                  </a:lnTo>
                  <a:lnTo>
                    <a:pt x="22780358" y="2678313"/>
                  </a:lnTo>
                  <a:lnTo>
                    <a:pt x="0" y="2678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80357" cy="27354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Gener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ate Confusion Matrix and Classification Report</a:t>
              </a:r>
            </a:p>
            <a:p>
              <a:pPr algn="l">
                <a:lnSpc>
                  <a:spcPts val="69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532028" y="2747923"/>
            <a:ext cx="7223945" cy="6131323"/>
          </a:xfrm>
          <a:custGeom>
            <a:avLst/>
            <a:gdLst/>
            <a:ahLst/>
            <a:cxnLst/>
            <a:rect r="r" b="b" t="t" l="l"/>
            <a:pathLst>
              <a:path h="6131323" w="7223945">
                <a:moveTo>
                  <a:pt x="0" y="0"/>
                </a:moveTo>
                <a:lnTo>
                  <a:pt x="7223944" y="0"/>
                </a:lnTo>
                <a:lnTo>
                  <a:pt x="7223944" y="6131324"/>
                </a:lnTo>
                <a:lnTo>
                  <a:pt x="0" y="6131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39189"/>
            <a:ext cx="17085268" cy="2008735"/>
            <a:chOff x="0" y="0"/>
            <a:chExt cx="22780357" cy="2678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80358" cy="2678313"/>
            </a:xfrm>
            <a:custGeom>
              <a:avLst/>
              <a:gdLst/>
              <a:ahLst/>
              <a:cxnLst/>
              <a:rect r="r" b="b" t="t" l="l"/>
              <a:pathLst>
                <a:path h="2678313" w="22780358">
                  <a:moveTo>
                    <a:pt x="0" y="0"/>
                  </a:moveTo>
                  <a:lnTo>
                    <a:pt x="22780358" y="0"/>
                  </a:lnTo>
                  <a:lnTo>
                    <a:pt x="22780358" y="2678313"/>
                  </a:lnTo>
                  <a:lnTo>
                    <a:pt x="0" y="2678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80357" cy="27354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Gener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ate Confusion Matrix and Classification Report</a:t>
              </a:r>
            </a:p>
            <a:p>
              <a:pPr algn="l">
                <a:lnSpc>
                  <a:spcPts val="69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711307" y="2265726"/>
            <a:ext cx="8865387" cy="6992574"/>
          </a:xfrm>
          <a:custGeom>
            <a:avLst/>
            <a:gdLst/>
            <a:ahLst/>
            <a:cxnLst/>
            <a:rect r="r" b="b" t="t" l="l"/>
            <a:pathLst>
              <a:path h="6992574" w="8865387">
                <a:moveTo>
                  <a:pt x="0" y="0"/>
                </a:moveTo>
                <a:lnTo>
                  <a:pt x="8865386" y="0"/>
                </a:lnTo>
                <a:lnTo>
                  <a:pt x="8865386" y="6992574"/>
                </a:lnTo>
                <a:lnTo>
                  <a:pt x="0" y="6992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2237" y="739189"/>
            <a:ext cx="17085268" cy="2008735"/>
            <a:chOff x="0" y="0"/>
            <a:chExt cx="22780357" cy="2678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80358" cy="2678313"/>
            </a:xfrm>
            <a:custGeom>
              <a:avLst/>
              <a:gdLst/>
              <a:ahLst/>
              <a:cxnLst/>
              <a:rect r="r" b="b" t="t" l="l"/>
              <a:pathLst>
                <a:path h="2678313" w="22780358">
                  <a:moveTo>
                    <a:pt x="0" y="0"/>
                  </a:moveTo>
                  <a:lnTo>
                    <a:pt x="22780358" y="0"/>
                  </a:lnTo>
                  <a:lnTo>
                    <a:pt x="22780358" y="2678313"/>
                  </a:lnTo>
                  <a:lnTo>
                    <a:pt x="0" y="2678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780357" cy="27354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6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Visu</a:t>
              </a: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alize Model Predictions</a:t>
              </a:r>
            </a:p>
            <a:p>
              <a:pPr algn="l">
                <a:lnSpc>
                  <a:spcPts val="69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339389" y="2491887"/>
            <a:ext cx="11609221" cy="6559210"/>
          </a:xfrm>
          <a:custGeom>
            <a:avLst/>
            <a:gdLst/>
            <a:ahLst/>
            <a:cxnLst/>
            <a:rect r="r" b="b" t="t" l="l"/>
            <a:pathLst>
              <a:path h="6559210" w="11609221">
                <a:moveTo>
                  <a:pt x="0" y="0"/>
                </a:moveTo>
                <a:lnTo>
                  <a:pt x="11609222" y="0"/>
                </a:lnTo>
                <a:lnTo>
                  <a:pt x="11609222" y="6559210"/>
                </a:lnTo>
                <a:lnTo>
                  <a:pt x="0" y="6559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5" id="5" descr="preencoded.png"/>
          <p:cNvSpPr/>
          <p:nvPr/>
        </p:nvSpPr>
        <p:spPr>
          <a:xfrm flipH="false" flipV="false" rot="0">
            <a:off x="0" y="0"/>
            <a:ext cx="18288000" cy="3544044"/>
          </a:xfrm>
          <a:custGeom>
            <a:avLst/>
            <a:gdLst/>
            <a:ahLst/>
            <a:cxnLst/>
            <a:rect r="r" b="b" t="t" l="l"/>
            <a:pathLst>
              <a:path h="3544044" w="18288000">
                <a:moveTo>
                  <a:pt x="0" y="0"/>
                </a:moveTo>
                <a:lnTo>
                  <a:pt x="18288000" y="0"/>
                </a:lnTo>
                <a:lnTo>
                  <a:pt x="18288000" y="3544044"/>
                </a:lnTo>
                <a:lnTo>
                  <a:pt x="0" y="3544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" t="0" r="-1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2238" y="4624536"/>
            <a:ext cx="8785340" cy="1132367"/>
            <a:chOff x="0" y="0"/>
            <a:chExt cx="11713786" cy="15098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13787" cy="1509823"/>
            </a:xfrm>
            <a:custGeom>
              <a:avLst/>
              <a:gdLst/>
              <a:ahLst/>
              <a:cxnLst/>
              <a:rect r="r" b="b" t="t" l="l"/>
              <a:pathLst>
                <a:path h="1509823" w="11713787">
                  <a:moveTo>
                    <a:pt x="0" y="0"/>
                  </a:moveTo>
                  <a:lnTo>
                    <a:pt x="11713787" y="0"/>
                  </a:lnTo>
                  <a:lnTo>
                    <a:pt x="11713787" y="1509823"/>
                  </a:lnTo>
                  <a:lnTo>
                    <a:pt x="0" y="15098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713786" cy="1566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312F2B"/>
                  </a:solidFill>
                  <a:latin typeface="Arimo"/>
                  <a:ea typeface="Arimo"/>
                  <a:cs typeface="Arimo"/>
                  <a:sym typeface="Arimo"/>
                </a:rPr>
                <a:t>Challenges &amp; Solutions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475" y="5930950"/>
            <a:ext cx="16313051" cy="3280172"/>
            <a:chOff x="0" y="0"/>
            <a:chExt cx="21750735" cy="43735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655" cy="4373499"/>
            </a:xfrm>
            <a:custGeom>
              <a:avLst/>
              <a:gdLst/>
              <a:ahLst/>
              <a:cxnLst/>
              <a:rect r="r" b="b" t="t" l="l"/>
              <a:pathLst>
                <a:path h="4373499" w="2175065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21585174" y="0"/>
                  </a:lnTo>
                  <a:lnTo>
                    <a:pt x="21585174" y="6350"/>
                  </a:lnTo>
                  <a:lnTo>
                    <a:pt x="21585174" y="0"/>
                  </a:lnTo>
                  <a:cubicBezTo>
                    <a:pt x="21676613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4208399"/>
                  </a:lnTo>
                  <a:lnTo>
                    <a:pt x="21744305" y="4208399"/>
                  </a:lnTo>
                  <a:lnTo>
                    <a:pt x="21750655" y="4208399"/>
                  </a:lnTo>
                  <a:cubicBezTo>
                    <a:pt x="21750655" y="4299585"/>
                    <a:pt x="21676488" y="4373499"/>
                    <a:pt x="21585174" y="4373499"/>
                  </a:cubicBezTo>
                  <a:lnTo>
                    <a:pt x="21585174" y="4367149"/>
                  </a:lnTo>
                  <a:lnTo>
                    <a:pt x="21585174" y="4373499"/>
                  </a:lnTo>
                  <a:lnTo>
                    <a:pt x="165481" y="4373499"/>
                  </a:lnTo>
                  <a:lnTo>
                    <a:pt x="165481" y="4367149"/>
                  </a:lnTo>
                  <a:lnTo>
                    <a:pt x="165481" y="4373499"/>
                  </a:lnTo>
                  <a:cubicBezTo>
                    <a:pt x="74041" y="4373499"/>
                    <a:pt x="0" y="4299585"/>
                    <a:pt x="0" y="420839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08399"/>
                  </a:lnTo>
                  <a:lnTo>
                    <a:pt x="6350" y="4208399"/>
                  </a:lnTo>
                  <a:lnTo>
                    <a:pt x="12700" y="4208399"/>
                  </a:lnTo>
                  <a:cubicBezTo>
                    <a:pt x="12700" y="4292600"/>
                    <a:pt x="81153" y="4360799"/>
                    <a:pt x="165481" y="4360799"/>
                  </a:cubicBezTo>
                  <a:lnTo>
                    <a:pt x="21585174" y="4360799"/>
                  </a:lnTo>
                  <a:cubicBezTo>
                    <a:pt x="21669629" y="4360799"/>
                    <a:pt x="21737955" y="4292600"/>
                    <a:pt x="21737955" y="4208399"/>
                  </a:cubicBezTo>
                  <a:lnTo>
                    <a:pt x="21737955" y="165100"/>
                  </a:lnTo>
                  <a:cubicBezTo>
                    <a:pt x="21737955" y="80899"/>
                    <a:pt x="21669502" y="12700"/>
                    <a:pt x="2158517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2" y="5945238"/>
            <a:ext cx="16284476" cy="812899"/>
            <a:chOff x="0" y="0"/>
            <a:chExt cx="21712635" cy="1083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5280" y="6124872"/>
            <a:ext cx="7570440" cy="453629"/>
            <a:chOff x="0" y="0"/>
            <a:chExt cx="10093920" cy="604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Challenge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32280" y="6124872"/>
            <a:ext cx="7570440" cy="453629"/>
            <a:chOff x="0" y="0"/>
            <a:chExt cx="10093920" cy="604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Solution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1762" y="6758136"/>
            <a:ext cx="16284476" cy="812899"/>
            <a:chOff x="0" y="0"/>
            <a:chExt cx="21712635" cy="10838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5280" y="6937772"/>
            <a:ext cx="7570440" cy="453629"/>
            <a:chOff x="0" y="0"/>
            <a:chExt cx="10093920" cy="604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Overfitting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32280" y="6937772"/>
            <a:ext cx="7570440" cy="453629"/>
            <a:chOff x="0" y="0"/>
            <a:chExt cx="10093920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Dropout + Augmentation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01762" y="7571035"/>
            <a:ext cx="16284476" cy="812899"/>
            <a:chOff x="0" y="0"/>
            <a:chExt cx="21712635" cy="1083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5280" y="7750671"/>
            <a:ext cx="7570440" cy="453629"/>
            <a:chOff x="0" y="0"/>
            <a:chExt cx="10093920" cy="6048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Training Time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32280" y="7750671"/>
            <a:ext cx="7570440" cy="453629"/>
            <a:chOff x="0" y="0"/>
            <a:chExt cx="10093920" cy="6048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Callbacks + GPU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1762" y="8383935"/>
            <a:ext cx="16284476" cy="812899"/>
            <a:chOff x="0" y="0"/>
            <a:chExt cx="21712635" cy="10838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5280" y="8563570"/>
            <a:ext cx="7570440" cy="453629"/>
            <a:chOff x="0" y="0"/>
            <a:chExt cx="10093920" cy="6048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Class Imbalance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32280" y="8563570"/>
            <a:ext cx="7570440" cy="453629"/>
            <a:chOff x="0" y="0"/>
            <a:chExt cx="10093920" cy="6048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93920" cy="604838"/>
            </a:xfrm>
            <a:custGeom>
              <a:avLst/>
              <a:gdLst/>
              <a:ahLst/>
              <a:cxnLst/>
              <a:rect r="r" b="b" t="t" l="l"/>
              <a:pathLst>
                <a:path h="604838" w="10093920">
                  <a:moveTo>
                    <a:pt x="0" y="0"/>
                  </a:moveTo>
                  <a:lnTo>
                    <a:pt x="10093920" y="0"/>
                  </a:lnTo>
                  <a:lnTo>
                    <a:pt x="10093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10093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72525"/>
                  </a:solidFill>
                  <a:latin typeface="Lato"/>
                  <a:ea typeface="Lato"/>
                  <a:cs typeface="Lato"/>
                  <a:sym typeface="Lato"/>
                </a:rPr>
                <a:t>Matrix + Class Weights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DAGimi6DKOI</dc:identifier>
  <dcterms:modified xsi:type="dcterms:W3CDTF">2011-08-01T06:04:30Z</dcterms:modified>
  <cp:revision>1</cp:revision>
  <dc:title>MNIST-Digit-Classification-Project.pptx</dc:title>
</cp:coreProperties>
</file>