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" charset="1" panose="020B0604020202020204"/>
      <p:regular r:id="rId19"/>
    </p:embeddedFont>
    <p:embeddedFont>
      <p:font typeface="Lato" charset="1" panose="020F0502020204030203"/>
      <p:regular r:id="rId20"/>
    </p:embeddedFont>
    <p:embeddedFont>
      <p:font typeface="Canva Sans" charset="1" panose="020B0503030501040103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https://gamma.app/?utm_source=made-with-gamma" TargetMode="External" Type="http://schemas.openxmlformats.org/officeDocument/2006/relationships/hyperlink"/><Relationship Id="rId6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5" id="5" descr="preencoded.png">
            <a:hlinkClick r:id="rId5" tooltip="https://gamma.app/?utm_source=made-with-gamma"/>
          </p:cNvPr>
          <p:cNvSpPr/>
          <p:nvPr/>
        </p:nvSpPr>
        <p:spPr>
          <a:xfrm flipH="false" flipV="false" rot="0">
            <a:off x="16049019" y="9686925"/>
            <a:ext cx="2153256" cy="514350"/>
          </a:xfrm>
          <a:custGeom>
            <a:avLst/>
            <a:gdLst/>
            <a:ahLst/>
            <a:cxnLst/>
            <a:rect r="r" b="b" t="t" l="l"/>
            <a:pathLst>
              <a:path h="514350" w="2153256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 descr="preencoded.png"/>
          <p:cNvSpPr/>
          <p:nvPr/>
        </p:nvSpPr>
        <p:spPr>
          <a:xfrm flipH="false" flipV="false" rot="0">
            <a:off x="1143000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92238" y="2730104"/>
            <a:ext cx="9445526" cy="1311958"/>
            <a:chOff x="0" y="0"/>
            <a:chExt cx="12594035" cy="17492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94035" cy="1749278"/>
            </a:xfrm>
            <a:custGeom>
              <a:avLst/>
              <a:gdLst/>
              <a:ahLst/>
              <a:cxnLst/>
              <a:rect r="r" b="b" t="t" l="l"/>
              <a:pathLst>
                <a:path h="1749278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1749278"/>
                  </a:lnTo>
                  <a:lnTo>
                    <a:pt x="0" y="17492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2594035" cy="180642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Virtual Travels: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92238" y="4927252"/>
            <a:ext cx="9445526" cy="1814512"/>
            <a:chOff x="0" y="0"/>
            <a:chExt cx="12594035" cy="24193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594035" cy="2419350"/>
            </a:xfrm>
            <a:custGeom>
              <a:avLst/>
              <a:gdLst/>
              <a:ahLst/>
              <a:cxnLst/>
              <a:rect r="r" b="b" t="t" l="l"/>
              <a:pathLst>
                <a:path h="2419350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419350"/>
                  </a:lnTo>
                  <a:lnTo>
                    <a:pt x="0" y="2419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12594035" cy="25146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This presentation details the Virtual Travels project. It showcases a responsive landing page built with React. We will explore key features and design choices. Learn about responsive design implementation and challenges. Understand the component architecture and solutions applied.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5" id="5" descr="preencoded.png"/>
          <p:cNvSpPr/>
          <p:nvPr/>
        </p:nvSpPr>
        <p:spPr>
          <a:xfrm flipH="false" flipV="false" rot="0">
            <a:off x="0" y="0"/>
            <a:ext cx="18288000" cy="3544044"/>
          </a:xfrm>
          <a:custGeom>
            <a:avLst/>
            <a:gdLst/>
            <a:ahLst/>
            <a:cxnLst/>
            <a:rect r="r" b="b" t="t" l="l"/>
            <a:pathLst>
              <a:path h="3544044" w="18288000">
                <a:moveTo>
                  <a:pt x="0" y="0"/>
                </a:moveTo>
                <a:lnTo>
                  <a:pt x="18288000" y="0"/>
                </a:lnTo>
                <a:lnTo>
                  <a:pt x="18288000" y="3544044"/>
                </a:lnTo>
                <a:lnTo>
                  <a:pt x="0" y="35440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" t="0" r="-1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92238" y="4954041"/>
            <a:ext cx="10364092" cy="885974"/>
            <a:chOff x="0" y="0"/>
            <a:chExt cx="13818790" cy="1181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818791" cy="1181298"/>
            </a:xfrm>
            <a:custGeom>
              <a:avLst/>
              <a:gdLst/>
              <a:ahLst/>
              <a:cxnLst/>
              <a:rect r="r" b="b" t="t" l="l"/>
              <a:pathLst>
                <a:path h="1181298" w="13818791">
                  <a:moveTo>
                    <a:pt x="0" y="0"/>
                  </a:moveTo>
                  <a:lnTo>
                    <a:pt x="13818791" y="0"/>
                  </a:lnTo>
                  <a:lnTo>
                    <a:pt x="13818791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3818790" cy="123844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Project Overview: Virtual Travels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2238" y="6265217"/>
            <a:ext cx="16303526" cy="907256"/>
            <a:chOff x="0" y="0"/>
            <a:chExt cx="21738035" cy="12096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38034" cy="1209675"/>
            </a:xfrm>
            <a:custGeom>
              <a:avLst/>
              <a:gdLst/>
              <a:ahLst/>
              <a:cxnLst/>
              <a:rect r="r" b="b" t="t" l="l"/>
              <a:pathLst>
                <a:path h="1209675" w="21738034">
                  <a:moveTo>
                    <a:pt x="0" y="0"/>
                  </a:moveTo>
                  <a:lnTo>
                    <a:pt x="21738034" y="0"/>
                  </a:lnTo>
                  <a:lnTo>
                    <a:pt x="21738034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21738035" cy="1304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Virtual Travels offers immersive virtual tours. It lets users experience destinations from home. Save time and money on physical travel. Enjoy 360-degree views and guided tours.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87475" y="7805589"/>
            <a:ext cx="647402" cy="647403"/>
            <a:chOff x="0" y="0"/>
            <a:chExt cx="863203" cy="8632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913632" y="7810351"/>
            <a:ext cx="3544044" cy="442912"/>
            <a:chOff x="0" y="0"/>
            <a:chExt cx="4725392" cy="5905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Immersive Experience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913632" y="8423374"/>
            <a:ext cx="4324052" cy="453629"/>
            <a:chOff x="0" y="0"/>
            <a:chExt cx="5765403" cy="60483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65404" cy="604838"/>
            </a:xfrm>
            <a:custGeom>
              <a:avLst/>
              <a:gdLst/>
              <a:ahLst/>
              <a:cxnLst/>
              <a:rect r="r" b="b" t="t" l="l"/>
              <a:pathLst>
                <a:path h="604838" w="5765404">
                  <a:moveTo>
                    <a:pt x="0" y="0"/>
                  </a:moveTo>
                  <a:lnTo>
                    <a:pt x="5765404" y="0"/>
                  </a:lnTo>
                  <a:lnTo>
                    <a:pt x="5765404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5765403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360-degree tours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516440" y="7805589"/>
            <a:ext cx="647403" cy="647403"/>
            <a:chOff x="0" y="0"/>
            <a:chExt cx="863203" cy="86320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2598" y="7810351"/>
            <a:ext cx="3544044" cy="442912"/>
            <a:chOff x="0" y="0"/>
            <a:chExt cx="4725392" cy="5905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Saves Money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442598" y="8423374"/>
            <a:ext cx="4324052" cy="453629"/>
            <a:chOff x="0" y="0"/>
            <a:chExt cx="5765403" cy="60483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65404" cy="604838"/>
            </a:xfrm>
            <a:custGeom>
              <a:avLst/>
              <a:gdLst/>
              <a:ahLst/>
              <a:cxnLst/>
              <a:rect r="r" b="b" t="t" l="l"/>
              <a:pathLst>
                <a:path h="604838" w="5765404">
                  <a:moveTo>
                    <a:pt x="0" y="0"/>
                  </a:moveTo>
                  <a:lnTo>
                    <a:pt x="5765404" y="0"/>
                  </a:lnTo>
                  <a:lnTo>
                    <a:pt x="5765404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0"/>
              <a:ext cx="5765403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No travel costs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045404" y="7805589"/>
            <a:ext cx="647402" cy="647403"/>
            <a:chOff x="0" y="0"/>
            <a:chExt cx="863203" cy="8632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971561" y="7810351"/>
            <a:ext cx="3544044" cy="442912"/>
            <a:chOff x="0" y="0"/>
            <a:chExt cx="4725392" cy="5905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Saves Time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971561" y="8423374"/>
            <a:ext cx="4324052" cy="453629"/>
            <a:chOff x="0" y="0"/>
            <a:chExt cx="5765403" cy="60483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765404" cy="604838"/>
            </a:xfrm>
            <a:custGeom>
              <a:avLst/>
              <a:gdLst/>
              <a:ahLst/>
              <a:cxnLst/>
              <a:rect r="r" b="b" t="t" l="l"/>
              <a:pathLst>
                <a:path h="604838" w="5765404">
                  <a:moveTo>
                    <a:pt x="0" y="0"/>
                  </a:moveTo>
                  <a:lnTo>
                    <a:pt x="5765404" y="0"/>
                  </a:lnTo>
                  <a:lnTo>
                    <a:pt x="5765404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0"/>
              <a:ext cx="5765403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Tours from home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5" id="5" descr="preencoded.png"/>
          <p:cNvSpPr/>
          <p:nvPr/>
        </p:nvSpPr>
        <p:spPr>
          <a:xfrm flipH="false" flipV="false" rot="0">
            <a:off x="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850237" y="2487365"/>
            <a:ext cx="9445526" cy="1771947"/>
            <a:chOff x="0" y="0"/>
            <a:chExt cx="12594035" cy="23625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94035" cy="2362597"/>
            </a:xfrm>
            <a:custGeom>
              <a:avLst/>
              <a:gdLst/>
              <a:ahLst/>
              <a:cxnLst/>
              <a:rect r="r" b="b" t="t" l="l"/>
              <a:pathLst>
                <a:path h="2362597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2594035" cy="241974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Technology Stack for Development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850237" y="4684514"/>
            <a:ext cx="9445526" cy="1360885"/>
            <a:chOff x="0" y="0"/>
            <a:chExt cx="12594035" cy="18145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94035" cy="1814513"/>
            </a:xfrm>
            <a:custGeom>
              <a:avLst/>
              <a:gdLst/>
              <a:ahLst/>
              <a:cxnLst/>
              <a:rect r="r" b="b" t="t" l="l"/>
              <a:pathLst>
                <a:path h="1814513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12594035" cy="190976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The project utilizes a modern technology stack. This ensures performance and maintainability. React.js handles the frontend framework. Tailwind CSS provides utility-first styling.</a:t>
              </a:r>
            </a:p>
          </p:txBody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7850237" y="6364338"/>
            <a:ext cx="708720" cy="708720"/>
          </a:xfrm>
          <a:custGeom>
            <a:avLst/>
            <a:gdLst/>
            <a:ahLst/>
            <a:cxnLst/>
            <a:rect r="r" b="b" t="t" l="l"/>
            <a:pathLst>
              <a:path h="708720" w="708720">
                <a:moveTo>
                  <a:pt x="0" y="0"/>
                </a:moveTo>
                <a:lnTo>
                  <a:pt x="708721" y="0"/>
                </a:lnTo>
                <a:lnTo>
                  <a:pt x="708721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7850237" y="7356574"/>
            <a:ext cx="2864941" cy="442912"/>
            <a:chOff x="0" y="0"/>
            <a:chExt cx="3819922" cy="5905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19922" cy="590550"/>
            </a:xfrm>
            <a:custGeom>
              <a:avLst/>
              <a:gdLst/>
              <a:ahLst/>
              <a:cxnLst/>
              <a:rect r="r" b="b" t="t" l="l"/>
              <a:pathLst>
                <a:path h="590550" w="3819922">
                  <a:moveTo>
                    <a:pt x="0" y="0"/>
                  </a:moveTo>
                  <a:lnTo>
                    <a:pt x="3819922" y="0"/>
                  </a:lnTo>
                  <a:lnTo>
                    <a:pt x="381992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819922" cy="6286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React.js</a:t>
              </a:r>
            </a:p>
          </p:txBody>
        </p:sp>
      </p:grpSp>
      <p:sp>
        <p:nvSpPr>
          <p:cNvPr name="Freeform 16" id="16" descr="preencoded.png"/>
          <p:cNvSpPr/>
          <p:nvPr/>
        </p:nvSpPr>
        <p:spPr>
          <a:xfrm flipH="false" flipV="false" rot="0">
            <a:off x="11140380" y="6364338"/>
            <a:ext cx="708720" cy="708720"/>
          </a:xfrm>
          <a:custGeom>
            <a:avLst/>
            <a:gdLst/>
            <a:ahLst/>
            <a:cxnLst/>
            <a:rect r="r" b="b" t="t" l="l"/>
            <a:pathLst>
              <a:path h="708720" w="708720">
                <a:moveTo>
                  <a:pt x="0" y="0"/>
                </a:moveTo>
                <a:lnTo>
                  <a:pt x="708720" y="0"/>
                </a:lnTo>
                <a:lnTo>
                  <a:pt x="708720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1140380" y="7356574"/>
            <a:ext cx="2865090" cy="442912"/>
            <a:chOff x="0" y="0"/>
            <a:chExt cx="3820120" cy="5905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20120" cy="590550"/>
            </a:xfrm>
            <a:custGeom>
              <a:avLst/>
              <a:gdLst/>
              <a:ahLst/>
              <a:cxnLst/>
              <a:rect r="r" b="b" t="t" l="l"/>
              <a:pathLst>
                <a:path h="590550" w="3820120">
                  <a:moveTo>
                    <a:pt x="0" y="0"/>
                  </a:moveTo>
                  <a:lnTo>
                    <a:pt x="3820120" y="0"/>
                  </a:lnTo>
                  <a:lnTo>
                    <a:pt x="3820120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820120" cy="6286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Tailwind CSS</a:t>
              </a:r>
            </a:p>
          </p:txBody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14430672" y="6364338"/>
            <a:ext cx="708720" cy="708720"/>
          </a:xfrm>
          <a:custGeom>
            <a:avLst/>
            <a:gdLst/>
            <a:ahLst/>
            <a:cxnLst/>
            <a:rect r="r" b="b" t="t" l="l"/>
            <a:pathLst>
              <a:path h="708720" w="708720">
                <a:moveTo>
                  <a:pt x="0" y="0"/>
                </a:moveTo>
                <a:lnTo>
                  <a:pt x="708720" y="0"/>
                </a:lnTo>
                <a:lnTo>
                  <a:pt x="708720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4430672" y="7356574"/>
            <a:ext cx="2864941" cy="442912"/>
            <a:chOff x="0" y="0"/>
            <a:chExt cx="3819922" cy="5905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19922" cy="590550"/>
            </a:xfrm>
            <a:custGeom>
              <a:avLst/>
              <a:gdLst/>
              <a:ahLst/>
              <a:cxnLst/>
              <a:rect r="r" b="b" t="t" l="l"/>
              <a:pathLst>
                <a:path h="590550" w="3819922">
                  <a:moveTo>
                    <a:pt x="0" y="0"/>
                  </a:moveTo>
                  <a:lnTo>
                    <a:pt x="3819922" y="0"/>
                  </a:lnTo>
                  <a:lnTo>
                    <a:pt x="381992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819922" cy="6286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useState Hook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2238" y="2193429"/>
            <a:ext cx="9667726" cy="885974"/>
            <a:chOff x="0" y="0"/>
            <a:chExt cx="12890302" cy="11812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90302" cy="1181298"/>
            </a:xfrm>
            <a:custGeom>
              <a:avLst/>
              <a:gdLst/>
              <a:ahLst/>
              <a:cxnLst/>
              <a:rect r="r" b="b" t="t" l="l"/>
              <a:pathLst>
                <a:path h="1181298" w="12890302">
                  <a:moveTo>
                    <a:pt x="0" y="0"/>
                  </a:moveTo>
                  <a:lnTo>
                    <a:pt x="12890302" y="0"/>
                  </a:lnTo>
                  <a:lnTo>
                    <a:pt x="12890302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2890302" cy="123844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Key Features of Virtual Travels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92238" y="3646438"/>
            <a:ext cx="16303526" cy="907256"/>
            <a:chOff x="0" y="0"/>
            <a:chExt cx="21738035" cy="12096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38034" cy="1209675"/>
            </a:xfrm>
            <a:custGeom>
              <a:avLst/>
              <a:gdLst/>
              <a:ahLst/>
              <a:cxnLst/>
              <a:rect r="r" b="b" t="t" l="l"/>
              <a:pathLst>
                <a:path h="1209675" w="21738034">
                  <a:moveTo>
                    <a:pt x="0" y="0"/>
                  </a:moveTo>
                  <a:lnTo>
                    <a:pt x="21738034" y="0"/>
                  </a:lnTo>
                  <a:lnTo>
                    <a:pt x="21738034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21738035" cy="1304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The landing page includes responsive navigation. It has engaging content sections. These elements improve user experience. They ensure accessibility on all devices.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2238" y="5156150"/>
            <a:ext cx="3902943" cy="554239"/>
            <a:chOff x="0" y="0"/>
            <a:chExt cx="5203924" cy="73898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03924" cy="738985"/>
            </a:xfrm>
            <a:custGeom>
              <a:avLst/>
              <a:gdLst/>
              <a:ahLst/>
              <a:cxnLst/>
              <a:rect r="r" b="b" t="t" l="l"/>
              <a:pathLst>
                <a:path h="738985" w="5203924">
                  <a:moveTo>
                    <a:pt x="0" y="0"/>
                  </a:moveTo>
                  <a:lnTo>
                    <a:pt x="5203924" y="0"/>
                  </a:lnTo>
                  <a:lnTo>
                    <a:pt x="5203924" y="738985"/>
                  </a:lnTo>
                  <a:lnTo>
                    <a:pt x="0" y="7389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203924" cy="7770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Responsive Navigation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92238" y="5882580"/>
            <a:ext cx="7805886" cy="453629"/>
            <a:chOff x="0" y="0"/>
            <a:chExt cx="10407848" cy="6048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07848" cy="604838"/>
            </a:xfrm>
            <a:custGeom>
              <a:avLst/>
              <a:gdLst/>
              <a:ahLst/>
              <a:cxnLst/>
              <a:rect r="r" b="b" t="t" l="l"/>
              <a:pathLst>
                <a:path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1040784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29902" indent="-164951" lvl="1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Desktop horizontal menu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92238" y="6435329"/>
            <a:ext cx="7805886" cy="453629"/>
            <a:chOff x="0" y="0"/>
            <a:chExt cx="10407848" cy="60483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07848" cy="604838"/>
            </a:xfrm>
            <a:custGeom>
              <a:avLst/>
              <a:gdLst/>
              <a:ahLst/>
              <a:cxnLst/>
              <a:rect r="r" b="b" t="t" l="l"/>
              <a:pathLst>
                <a:path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1040784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29902" indent="-164951" lvl="1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Mobile hamburger menu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92238" y="6988076"/>
            <a:ext cx="7805886" cy="453629"/>
            <a:chOff x="0" y="0"/>
            <a:chExt cx="10407848" cy="60483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07848" cy="604838"/>
            </a:xfrm>
            <a:custGeom>
              <a:avLst/>
              <a:gdLst/>
              <a:ahLst/>
              <a:cxnLst/>
              <a:rect r="r" b="b" t="t" l="l"/>
              <a:pathLst>
                <a:path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0"/>
              <a:ext cx="1040784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29902" indent="-164951" lvl="1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Smooth scrolling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499401" y="5156150"/>
            <a:ext cx="4541760" cy="554239"/>
            <a:chOff x="0" y="0"/>
            <a:chExt cx="6055680" cy="73898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055680" cy="738985"/>
            </a:xfrm>
            <a:custGeom>
              <a:avLst/>
              <a:gdLst/>
              <a:ahLst/>
              <a:cxnLst/>
              <a:rect r="r" b="b" t="t" l="l"/>
              <a:pathLst>
                <a:path h="738985" w="6055680">
                  <a:moveTo>
                    <a:pt x="0" y="0"/>
                  </a:moveTo>
                  <a:lnTo>
                    <a:pt x="6055680" y="0"/>
                  </a:lnTo>
                  <a:lnTo>
                    <a:pt x="6055680" y="738985"/>
                  </a:lnTo>
                  <a:lnTo>
                    <a:pt x="0" y="7389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055680" cy="7770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Engaging Content Sections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499401" y="5882580"/>
            <a:ext cx="7805886" cy="453629"/>
            <a:chOff x="0" y="0"/>
            <a:chExt cx="10407848" cy="6048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07848" cy="604838"/>
            </a:xfrm>
            <a:custGeom>
              <a:avLst/>
              <a:gdLst/>
              <a:ahLst/>
              <a:cxnLst/>
              <a:rect r="r" b="b" t="t" l="l"/>
              <a:pathLst>
                <a:path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0"/>
              <a:ext cx="1040784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29902" indent="-164951" lvl="1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Hero section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499401" y="6435329"/>
            <a:ext cx="7805886" cy="453629"/>
            <a:chOff x="0" y="0"/>
            <a:chExt cx="10407848" cy="60483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407848" cy="604838"/>
            </a:xfrm>
            <a:custGeom>
              <a:avLst/>
              <a:gdLst/>
              <a:ahLst/>
              <a:cxnLst/>
              <a:rect r="r" b="b" t="t" l="l"/>
              <a:pathLst>
                <a:path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0"/>
              <a:ext cx="1040784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29902" indent="-164951" lvl="1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Features highlighting benefits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499401" y="6988076"/>
            <a:ext cx="7805886" cy="453629"/>
            <a:chOff x="0" y="0"/>
            <a:chExt cx="10407848" cy="60483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407848" cy="604838"/>
            </a:xfrm>
            <a:custGeom>
              <a:avLst/>
              <a:gdLst/>
              <a:ahLst/>
              <a:cxnLst/>
              <a:rect r="r" b="b" t="t" l="l"/>
              <a:pathLst>
                <a:path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0"/>
              <a:ext cx="1040784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29902" indent="-164951" lvl="1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About section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499401" y="7540824"/>
            <a:ext cx="7805886" cy="453629"/>
            <a:chOff x="0" y="0"/>
            <a:chExt cx="10407848" cy="60483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407848" cy="604838"/>
            </a:xfrm>
            <a:custGeom>
              <a:avLst/>
              <a:gdLst/>
              <a:ahLst/>
              <a:cxnLst/>
              <a:rect r="r" b="b" t="t" l="l"/>
              <a:pathLst>
                <a:path h="604838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0"/>
              <a:ext cx="1040784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29902" indent="-164951" lvl="1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Contact section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5" id="5" descr="preencoded.png"/>
          <p:cNvSpPr/>
          <p:nvPr/>
        </p:nvSpPr>
        <p:spPr>
          <a:xfrm flipH="false" flipV="false" rot="0">
            <a:off x="0" y="0"/>
            <a:ext cx="18288000" cy="3544044"/>
          </a:xfrm>
          <a:custGeom>
            <a:avLst/>
            <a:gdLst/>
            <a:ahLst/>
            <a:cxnLst/>
            <a:rect r="r" b="b" t="t" l="l"/>
            <a:pathLst>
              <a:path h="3544044" w="18288000">
                <a:moveTo>
                  <a:pt x="0" y="0"/>
                </a:moveTo>
                <a:lnTo>
                  <a:pt x="18288000" y="0"/>
                </a:lnTo>
                <a:lnTo>
                  <a:pt x="18288000" y="3544044"/>
                </a:lnTo>
                <a:lnTo>
                  <a:pt x="0" y="35440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" t="0" r="-1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92237" y="4503985"/>
            <a:ext cx="13753113" cy="1132367"/>
            <a:chOff x="0" y="0"/>
            <a:chExt cx="18337484" cy="15098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337484" cy="1509823"/>
            </a:xfrm>
            <a:custGeom>
              <a:avLst/>
              <a:gdLst/>
              <a:ahLst/>
              <a:cxnLst/>
              <a:rect r="r" b="b" t="t" l="l"/>
              <a:pathLst>
                <a:path h="1509823" w="18337484">
                  <a:moveTo>
                    <a:pt x="0" y="0"/>
                  </a:moveTo>
                  <a:lnTo>
                    <a:pt x="18337484" y="0"/>
                  </a:lnTo>
                  <a:lnTo>
                    <a:pt x="18337484" y="1509823"/>
                  </a:lnTo>
                  <a:lnTo>
                    <a:pt x="0" y="15098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8337484" cy="15669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Responsive Design Implementation Details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2238" y="5815161"/>
            <a:ext cx="16303526" cy="907256"/>
            <a:chOff x="0" y="0"/>
            <a:chExt cx="21738035" cy="12096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38034" cy="1209675"/>
            </a:xfrm>
            <a:custGeom>
              <a:avLst/>
              <a:gdLst/>
              <a:ahLst/>
              <a:cxnLst/>
              <a:rect r="r" b="b" t="t" l="l"/>
              <a:pathLst>
                <a:path h="1209675" w="21738034">
                  <a:moveTo>
                    <a:pt x="0" y="0"/>
                  </a:moveTo>
                  <a:lnTo>
                    <a:pt x="21738034" y="0"/>
                  </a:lnTo>
                  <a:lnTo>
                    <a:pt x="21738034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21738035" cy="1304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The design adapts to different screen sizes. Desktop view uses multi-column layouts. Mobile view uses single-column layouts. This provides an optimal viewing experience.</a:t>
              </a:r>
            </a:p>
          </p:txBody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992237" y="7041356"/>
            <a:ext cx="8151762" cy="1134070"/>
          </a:xfrm>
          <a:custGeom>
            <a:avLst/>
            <a:gdLst/>
            <a:ahLst/>
            <a:cxnLst/>
            <a:rect r="r" b="b" t="t" l="l"/>
            <a:pathLst>
              <a:path h="1134070" w="8151762">
                <a:moveTo>
                  <a:pt x="0" y="0"/>
                </a:moveTo>
                <a:lnTo>
                  <a:pt x="8151763" y="0"/>
                </a:lnTo>
                <a:lnTo>
                  <a:pt x="8151763" y="1134070"/>
                </a:lnTo>
                <a:lnTo>
                  <a:pt x="0" y="11340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6" t="0" r="-36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75755" y="8600629"/>
            <a:ext cx="3544044" cy="442912"/>
            <a:chOff x="0" y="0"/>
            <a:chExt cx="4725392" cy="5905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Desktop View</a:t>
              </a:r>
            </a:p>
          </p:txBody>
        </p:sp>
      </p:grpSp>
      <p:sp>
        <p:nvSpPr>
          <p:cNvPr name="Freeform 16" id="16" descr="preencoded.png"/>
          <p:cNvSpPr/>
          <p:nvPr/>
        </p:nvSpPr>
        <p:spPr>
          <a:xfrm flipH="false" flipV="false" rot="0">
            <a:off x="9144000" y="7041356"/>
            <a:ext cx="8151762" cy="1134070"/>
          </a:xfrm>
          <a:custGeom>
            <a:avLst/>
            <a:gdLst/>
            <a:ahLst/>
            <a:cxnLst/>
            <a:rect r="r" b="b" t="t" l="l"/>
            <a:pathLst>
              <a:path h="1134070" w="8151762">
                <a:moveTo>
                  <a:pt x="0" y="0"/>
                </a:moveTo>
                <a:lnTo>
                  <a:pt x="8151762" y="0"/>
                </a:lnTo>
                <a:lnTo>
                  <a:pt x="8151762" y="1134070"/>
                </a:lnTo>
                <a:lnTo>
                  <a:pt x="0" y="11340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6" t="0" r="-36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9427518" y="8600629"/>
            <a:ext cx="3544044" cy="442912"/>
            <a:chOff x="0" y="0"/>
            <a:chExt cx="4725392" cy="5905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Mobile View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5" id="5" descr="preencoded.png"/>
          <p:cNvSpPr/>
          <p:nvPr/>
        </p:nvSpPr>
        <p:spPr>
          <a:xfrm flipH="false" flipV="false" rot="0">
            <a:off x="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850237" y="1410444"/>
            <a:ext cx="9445526" cy="1771947"/>
            <a:chOff x="0" y="0"/>
            <a:chExt cx="12594035" cy="23625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94035" cy="2362597"/>
            </a:xfrm>
            <a:custGeom>
              <a:avLst/>
              <a:gdLst/>
              <a:ahLst/>
              <a:cxnLst/>
              <a:rect r="r" b="b" t="t" l="l"/>
              <a:pathLst>
                <a:path h="2362597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2594035" cy="241974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Component Architecture Breakdown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850237" y="3607594"/>
            <a:ext cx="9445526" cy="1360885"/>
            <a:chOff x="0" y="0"/>
            <a:chExt cx="12594035" cy="18145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94035" cy="1814513"/>
            </a:xfrm>
            <a:custGeom>
              <a:avLst/>
              <a:gdLst/>
              <a:ahLst/>
              <a:cxnLst/>
              <a:rect r="r" b="b" t="t" l="l"/>
              <a:pathLst>
                <a:path h="1814513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12594035" cy="190976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The architecture utilizes modular components. It separates concerns for better organization. Reusable styling patterns enhance maintainability. Key components include Navbar and Home.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845475" y="5282654"/>
            <a:ext cx="4590604" cy="1662261"/>
            <a:chOff x="0" y="0"/>
            <a:chExt cx="6120805" cy="22163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" y="6350"/>
              <a:ext cx="6108192" cy="2203577"/>
            </a:xfrm>
            <a:custGeom>
              <a:avLst/>
              <a:gdLst/>
              <a:ahLst/>
              <a:cxnLst/>
              <a:rect r="r" b="b" t="t" l="l"/>
              <a:pathLst>
                <a:path h="2203577" w="6108192">
                  <a:moveTo>
                    <a:pt x="0" y="158750"/>
                  </a:moveTo>
                  <a:cubicBezTo>
                    <a:pt x="0" y="71120"/>
                    <a:pt x="71374" y="0"/>
                    <a:pt x="159385" y="0"/>
                  </a:cubicBezTo>
                  <a:lnTo>
                    <a:pt x="5948807" y="0"/>
                  </a:lnTo>
                  <a:cubicBezTo>
                    <a:pt x="6036818" y="0"/>
                    <a:pt x="6108192" y="71120"/>
                    <a:pt x="6108192" y="158750"/>
                  </a:cubicBezTo>
                  <a:lnTo>
                    <a:pt x="6108192" y="2044827"/>
                  </a:lnTo>
                  <a:cubicBezTo>
                    <a:pt x="6108192" y="2132457"/>
                    <a:pt x="6036818" y="2203577"/>
                    <a:pt x="5948807" y="2203577"/>
                  </a:cubicBezTo>
                  <a:lnTo>
                    <a:pt x="159385" y="2203577"/>
                  </a:lnTo>
                  <a:cubicBezTo>
                    <a:pt x="71374" y="2203577"/>
                    <a:pt x="0" y="2132457"/>
                    <a:pt x="0" y="2044827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120892" cy="2216277"/>
            </a:xfrm>
            <a:custGeom>
              <a:avLst/>
              <a:gdLst/>
              <a:ahLst/>
              <a:cxnLst/>
              <a:rect r="r" b="b" t="t" l="l"/>
              <a:pathLst>
                <a:path h="2216277" w="6120892">
                  <a:moveTo>
                    <a:pt x="0" y="165100"/>
                  </a:moveTo>
                  <a:cubicBezTo>
                    <a:pt x="0" y="73914"/>
                    <a:pt x="74168" y="0"/>
                    <a:pt x="165735" y="0"/>
                  </a:cubicBezTo>
                  <a:lnTo>
                    <a:pt x="5955157" y="0"/>
                  </a:lnTo>
                  <a:lnTo>
                    <a:pt x="5955157" y="6350"/>
                  </a:lnTo>
                  <a:lnTo>
                    <a:pt x="5955157" y="0"/>
                  </a:lnTo>
                  <a:cubicBezTo>
                    <a:pt x="6046597" y="0"/>
                    <a:pt x="6120892" y="73914"/>
                    <a:pt x="6120892" y="165100"/>
                  </a:cubicBezTo>
                  <a:lnTo>
                    <a:pt x="6114542" y="165100"/>
                  </a:lnTo>
                  <a:lnTo>
                    <a:pt x="6120892" y="165100"/>
                  </a:lnTo>
                  <a:lnTo>
                    <a:pt x="6120892" y="2051177"/>
                  </a:lnTo>
                  <a:lnTo>
                    <a:pt x="6114542" y="2051177"/>
                  </a:lnTo>
                  <a:lnTo>
                    <a:pt x="6120892" y="2051177"/>
                  </a:lnTo>
                  <a:cubicBezTo>
                    <a:pt x="6120892" y="2142363"/>
                    <a:pt x="6046724" y="2216277"/>
                    <a:pt x="5955157" y="2216277"/>
                  </a:cubicBezTo>
                  <a:lnTo>
                    <a:pt x="5955157" y="2209927"/>
                  </a:lnTo>
                  <a:lnTo>
                    <a:pt x="5955157" y="2216277"/>
                  </a:lnTo>
                  <a:lnTo>
                    <a:pt x="165735" y="2216277"/>
                  </a:lnTo>
                  <a:lnTo>
                    <a:pt x="165735" y="2209927"/>
                  </a:lnTo>
                  <a:lnTo>
                    <a:pt x="165735" y="2216277"/>
                  </a:lnTo>
                  <a:cubicBezTo>
                    <a:pt x="74295" y="2216277"/>
                    <a:pt x="0" y="2142363"/>
                    <a:pt x="0" y="2051177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051177"/>
                  </a:lnTo>
                  <a:lnTo>
                    <a:pt x="6350" y="2051177"/>
                  </a:lnTo>
                  <a:lnTo>
                    <a:pt x="12700" y="2051177"/>
                  </a:lnTo>
                  <a:cubicBezTo>
                    <a:pt x="12700" y="2135378"/>
                    <a:pt x="81153" y="2203577"/>
                    <a:pt x="165735" y="2203577"/>
                  </a:cubicBezTo>
                  <a:lnTo>
                    <a:pt x="5955157" y="2203577"/>
                  </a:lnTo>
                  <a:cubicBezTo>
                    <a:pt x="6039739" y="2203577"/>
                    <a:pt x="6108192" y="2135251"/>
                    <a:pt x="6108192" y="2051177"/>
                  </a:cubicBezTo>
                  <a:lnTo>
                    <a:pt x="6108192" y="165100"/>
                  </a:lnTo>
                  <a:cubicBezTo>
                    <a:pt x="6108192" y="80899"/>
                    <a:pt x="6039739" y="12700"/>
                    <a:pt x="5955157" y="12700"/>
                  </a:cubicBezTo>
                  <a:lnTo>
                    <a:pt x="165735" y="12700"/>
                  </a:lnTo>
                  <a:lnTo>
                    <a:pt x="165735" y="6350"/>
                  </a:lnTo>
                  <a:lnTo>
                    <a:pt x="165735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143280" y="5580459"/>
            <a:ext cx="3544044" cy="442912"/>
            <a:chOff x="0" y="0"/>
            <a:chExt cx="4725392" cy="5905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Modular Components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143280" y="6193482"/>
            <a:ext cx="3994994" cy="453629"/>
            <a:chOff x="0" y="0"/>
            <a:chExt cx="5326658" cy="60483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26658" cy="604838"/>
            </a:xfrm>
            <a:custGeom>
              <a:avLst/>
              <a:gdLst/>
              <a:ahLst/>
              <a:cxnLst/>
              <a:rect r="r" b="b" t="t" l="l"/>
              <a:pathLst>
                <a:path h="604838" w="5326658">
                  <a:moveTo>
                    <a:pt x="0" y="0"/>
                  </a:moveTo>
                  <a:lnTo>
                    <a:pt x="5326658" y="0"/>
                  </a:lnTo>
                  <a:lnTo>
                    <a:pt x="532665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532665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For maintainability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710071" y="5282654"/>
            <a:ext cx="4590604" cy="1662261"/>
            <a:chOff x="0" y="0"/>
            <a:chExt cx="6120805" cy="22163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6350" y="6350"/>
              <a:ext cx="6108192" cy="2203577"/>
            </a:xfrm>
            <a:custGeom>
              <a:avLst/>
              <a:gdLst/>
              <a:ahLst/>
              <a:cxnLst/>
              <a:rect r="r" b="b" t="t" l="l"/>
              <a:pathLst>
                <a:path h="2203577" w="6108192">
                  <a:moveTo>
                    <a:pt x="0" y="158750"/>
                  </a:moveTo>
                  <a:cubicBezTo>
                    <a:pt x="0" y="71120"/>
                    <a:pt x="71374" y="0"/>
                    <a:pt x="159385" y="0"/>
                  </a:cubicBezTo>
                  <a:lnTo>
                    <a:pt x="5948807" y="0"/>
                  </a:lnTo>
                  <a:cubicBezTo>
                    <a:pt x="6036818" y="0"/>
                    <a:pt x="6108192" y="71120"/>
                    <a:pt x="6108192" y="158750"/>
                  </a:cubicBezTo>
                  <a:lnTo>
                    <a:pt x="6108192" y="2044827"/>
                  </a:lnTo>
                  <a:cubicBezTo>
                    <a:pt x="6108192" y="2132457"/>
                    <a:pt x="6036818" y="2203577"/>
                    <a:pt x="5948807" y="2203577"/>
                  </a:cubicBezTo>
                  <a:lnTo>
                    <a:pt x="159385" y="2203577"/>
                  </a:lnTo>
                  <a:cubicBezTo>
                    <a:pt x="71374" y="2203577"/>
                    <a:pt x="0" y="2132457"/>
                    <a:pt x="0" y="2044827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120892" cy="2216277"/>
            </a:xfrm>
            <a:custGeom>
              <a:avLst/>
              <a:gdLst/>
              <a:ahLst/>
              <a:cxnLst/>
              <a:rect r="r" b="b" t="t" l="l"/>
              <a:pathLst>
                <a:path h="2216277" w="6120892">
                  <a:moveTo>
                    <a:pt x="0" y="165100"/>
                  </a:moveTo>
                  <a:cubicBezTo>
                    <a:pt x="0" y="73914"/>
                    <a:pt x="74168" y="0"/>
                    <a:pt x="165735" y="0"/>
                  </a:cubicBezTo>
                  <a:lnTo>
                    <a:pt x="5955157" y="0"/>
                  </a:lnTo>
                  <a:lnTo>
                    <a:pt x="5955157" y="6350"/>
                  </a:lnTo>
                  <a:lnTo>
                    <a:pt x="5955157" y="0"/>
                  </a:lnTo>
                  <a:cubicBezTo>
                    <a:pt x="6046597" y="0"/>
                    <a:pt x="6120892" y="73914"/>
                    <a:pt x="6120892" y="165100"/>
                  </a:cubicBezTo>
                  <a:lnTo>
                    <a:pt x="6114542" y="165100"/>
                  </a:lnTo>
                  <a:lnTo>
                    <a:pt x="6120892" y="165100"/>
                  </a:lnTo>
                  <a:lnTo>
                    <a:pt x="6120892" y="2051177"/>
                  </a:lnTo>
                  <a:lnTo>
                    <a:pt x="6114542" y="2051177"/>
                  </a:lnTo>
                  <a:lnTo>
                    <a:pt x="6120892" y="2051177"/>
                  </a:lnTo>
                  <a:cubicBezTo>
                    <a:pt x="6120892" y="2142363"/>
                    <a:pt x="6046724" y="2216277"/>
                    <a:pt x="5955157" y="2216277"/>
                  </a:cubicBezTo>
                  <a:lnTo>
                    <a:pt x="5955157" y="2209927"/>
                  </a:lnTo>
                  <a:lnTo>
                    <a:pt x="5955157" y="2216277"/>
                  </a:lnTo>
                  <a:lnTo>
                    <a:pt x="165735" y="2216277"/>
                  </a:lnTo>
                  <a:lnTo>
                    <a:pt x="165735" y="2209927"/>
                  </a:lnTo>
                  <a:lnTo>
                    <a:pt x="165735" y="2216277"/>
                  </a:lnTo>
                  <a:cubicBezTo>
                    <a:pt x="74295" y="2216277"/>
                    <a:pt x="0" y="2142363"/>
                    <a:pt x="0" y="2051177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051177"/>
                  </a:lnTo>
                  <a:lnTo>
                    <a:pt x="6350" y="2051177"/>
                  </a:lnTo>
                  <a:lnTo>
                    <a:pt x="12700" y="2051177"/>
                  </a:lnTo>
                  <a:cubicBezTo>
                    <a:pt x="12700" y="2135378"/>
                    <a:pt x="81153" y="2203577"/>
                    <a:pt x="165735" y="2203577"/>
                  </a:cubicBezTo>
                  <a:lnTo>
                    <a:pt x="5955157" y="2203577"/>
                  </a:lnTo>
                  <a:cubicBezTo>
                    <a:pt x="6039739" y="2203577"/>
                    <a:pt x="6108192" y="2135251"/>
                    <a:pt x="6108192" y="2051177"/>
                  </a:cubicBezTo>
                  <a:lnTo>
                    <a:pt x="6108192" y="165100"/>
                  </a:lnTo>
                  <a:cubicBezTo>
                    <a:pt x="6108192" y="80899"/>
                    <a:pt x="6039739" y="12700"/>
                    <a:pt x="5955157" y="12700"/>
                  </a:cubicBezTo>
                  <a:lnTo>
                    <a:pt x="165735" y="12700"/>
                  </a:lnTo>
                  <a:lnTo>
                    <a:pt x="165735" y="6350"/>
                  </a:lnTo>
                  <a:lnTo>
                    <a:pt x="165735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007876" y="5537924"/>
            <a:ext cx="3994994" cy="485448"/>
            <a:chOff x="0" y="0"/>
            <a:chExt cx="4859933" cy="5905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59933" cy="590550"/>
            </a:xfrm>
            <a:custGeom>
              <a:avLst/>
              <a:gdLst/>
              <a:ahLst/>
              <a:cxnLst/>
              <a:rect r="r" b="b" t="t" l="l"/>
              <a:pathLst>
                <a:path h="590550" w="4859933">
                  <a:moveTo>
                    <a:pt x="0" y="0"/>
                  </a:moveTo>
                  <a:lnTo>
                    <a:pt x="4859933" y="0"/>
                  </a:lnTo>
                  <a:lnTo>
                    <a:pt x="4859933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859933" cy="6286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Separation of Concerns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007876" y="6193482"/>
            <a:ext cx="3994994" cy="453629"/>
            <a:chOff x="0" y="0"/>
            <a:chExt cx="5326658" cy="60483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26658" cy="604838"/>
            </a:xfrm>
            <a:custGeom>
              <a:avLst/>
              <a:gdLst/>
              <a:ahLst/>
              <a:cxnLst/>
              <a:rect r="r" b="b" t="t" l="l"/>
              <a:pathLst>
                <a:path h="604838" w="5326658">
                  <a:moveTo>
                    <a:pt x="0" y="0"/>
                  </a:moveTo>
                  <a:lnTo>
                    <a:pt x="5326658" y="0"/>
                  </a:lnTo>
                  <a:lnTo>
                    <a:pt x="532665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0"/>
              <a:ext cx="532665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For better organization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845475" y="7218909"/>
            <a:ext cx="9455051" cy="1662261"/>
            <a:chOff x="0" y="0"/>
            <a:chExt cx="12606735" cy="221634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6350" y="6350"/>
              <a:ext cx="12594082" cy="2203577"/>
            </a:xfrm>
            <a:custGeom>
              <a:avLst/>
              <a:gdLst/>
              <a:ahLst/>
              <a:cxnLst/>
              <a:rect r="r" b="b" t="t" l="l"/>
              <a:pathLst>
                <a:path h="2203577" w="12594082">
                  <a:moveTo>
                    <a:pt x="0" y="158750"/>
                  </a:moveTo>
                  <a:cubicBezTo>
                    <a:pt x="0" y="71120"/>
                    <a:pt x="71374" y="0"/>
                    <a:pt x="159512" y="0"/>
                  </a:cubicBezTo>
                  <a:lnTo>
                    <a:pt x="12434570" y="0"/>
                  </a:lnTo>
                  <a:cubicBezTo>
                    <a:pt x="12522708" y="0"/>
                    <a:pt x="12594082" y="71120"/>
                    <a:pt x="12594082" y="158750"/>
                  </a:cubicBezTo>
                  <a:lnTo>
                    <a:pt x="12594082" y="2044827"/>
                  </a:lnTo>
                  <a:cubicBezTo>
                    <a:pt x="12594082" y="2132457"/>
                    <a:pt x="12522708" y="2203577"/>
                    <a:pt x="12434570" y="2203577"/>
                  </a:cubicBezTo>
                  <a:lnTo>
                    <a:pt x="159512" y="2203577"/>
                  </a:lnTo>
                  <a:cubicBezTo>
                    <a:pt x="71374" y="2203577"/>
                    <a:pt x="0" y="2132457"/>
                    <a:pt x="0" y="2044827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606782" cy="2216277"/>
            </a:xfrm>
            <a:custGeom>
              <a:avLst/>
              <a:gdLst/>
              <a:ahLst/>
              <a:cxnLst/>
              <a:rect r="r" b="b" t="t" l="l"/>
              <a:pathLst>
                <a:path h="2216277" w="12606782">
                  <a:moveTo>
                    <a:pt x="0" y="165100"/>
                  </a:moveTo>
                  <a:cubicBezTo>
                    <a:pt x="0" y="73914"/>
                    <a:pt x="74295" y="0"/>
                    <a:pt x="165862" y="0"/>
                  </a:cubicBezTo>
                  <a:lnTo>
                    <a:pt x="12440920" y="0"/>
                  </a:lnTo>
                  <a:lnTo>
                    <a:pt x="12440920" y="6350"/>
                  </a:lnTo>
                  <a:lnTo>
                    <a:pt x="12440920" y="0"/>
                  </a:lnTo>
                  <a:cubicBezTo>
                    <a:pt x="12532487" y="0"/>
                    <a:pt x="12606782" y="73914"/>
                    <a:pt x="12606782" y="165100"/>
                  </a:cubicBezTo>
                  <a:lnTo>
                    <a:pt x="12600432" y="165100"/>
                  </a:lnTo>
                  <a:lnTo>
                    <a:pt x="12606782" y="165100"/>
                  </a:lnTo>
                  <a:lnTo>
                    <a:pt x="12606782" y="2051177"/>
                  </a:lnTo>
                  <a:lnTo>
                    <a:pt x="12600432" y="2051177"/>
                  </a:lnTo>
                  <a:lnTo>
                    <a:pt x="12606782" y="2051177"/>
                  </a:lnTo>
                  <a:cubicBezTo>
                    <a:pt x="12606782" y="2142363"/>
                    <a:pt x="12532487" y="2216277"/>
                    <a:pt x="12440920" y="2216277"/>
                  </a:cubicBezTo>
                  <a:lnTo>
                    <a:pt x="12440920" y="2209927"/>
                  </a:lnTo>
                  <a:lnTo>
                    <a:pt x="12440920" y="2216277"/>
                  </a:lnTo>
                  <a:lnTo>
                    <a:pt x="165862" y="2216277"/>
                  </a:lnTo>
                  <a:lnTo>
                    <a:pt x="165862" y="2209927"/>
                  </a:lnTo>
                  <a:lnTo>
                    <a:pt x="165862" y="2216277"/>
                  </a:lnTo>
                  <a:cubicBezTo>
                    <a:pt x="74295" y="2216277"/>
                    <a:pt x="0" y="2142363"/>
                    <a:pt x="0" y="2051177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051177"/>
                  </a:lnTo>
                  <a:lnTo>
                    <a:pt x="6350" y="2051177"/>
                  </a:lnTo>
                  <a:lnTo>
                    <a:pt x="12700" y="2051177"/>
                  </a:lnTo>
                  <a:cubicBezTo>
                    <a:pt x="12700" y="2135378"/>
                    <a:pt x="81280" y="2203577"/>
                    <a:pt x="165862" y="2203577"/>
                  </a:cubicBezTo>
                  <a:lnTo>
                    <a:pt x="12440920" y="2203577"/>
                  </a:lnTo>
                  <a:cubicBezTo>
                    <a:pt x="12525501" y="2203577"/>
                    <a:pt x="12594082" y="2135251"/>
                    <a:pt x="12594082" y="2051177"/>
                  </a:cubicBezTo>
                  <a:lnTo>
                    <a:pt x="12594082" y="165100"/>
                  </a:lnTo>
                  <a:cubicBezTo>
                    <a:pt x="12594082" y="80899"/>
                    <a:pt x="12525501" y="12700"/>
                    <a:pt x="12440920" y="12700"/>
                  </a:cubicBezTo>
                  <a:lnTo>
                    <a:pt x="165862" y="12700"/>
                  </a:lnTo>
                  <a:lnTo>
                    <a:pt x="165862" y="6350"/>
                  </a:lnTo>
                  <a:lnTo>
                    <a:pt x="165862" y="12700"/>
                  </a:lnTo>
                  <a:cubicBezTo>
                    <a:pt x="81280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143280" y="7516714"/>
            <a:ext cx="3774038" cy="554239"/>
            <a:chOff x="0" y="0"/>
            <a:chExt cx="5032051" cy="73898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032051" cy="738985"/>
            </a:xfrm>
            <a:custGeom>
              <a:avLst/>
              <a:gdLst/>
              <a:ahLst/>
              <a:cxnLst/>
              <a:rect r="r" b="b" t="t" l="l"/>
              <a:pathLst>
                <a:path h="738985" w="5032051">
                  <a:moveTo>
                    <a:pt x="0" y="0"/>
                  </a:moveTo>
                  <a:lnTo>
                    <a:pt x="5032051" y="0"/>
                  </a:lnTo>
                  <a:lnTo>
                    <a:pt x="5032051" y="738985"/>
                  </a:lnTo>
                  <a:lnTo>
                    <a:pt x="0" y="7389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5032051" cy="7770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Reusable Styling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143280" y="8129736"/>
            <a:ext cx="8859441" cy="453629"/>
            <a:chOff x="0" y="0"/>
            <a:chExt cx="11812588" cy="60483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812588" cy="604838"/>
            </a:xfrm>
            <a:custGeom>
              <a:avLst/>
              <a:gdLst/>
              <a:ahLst/>
              <a:cxnLst/>
              <a:rect r="r" b="b" t="t" l="l"/>
              <a:pathLst>
                <a:path h="604838" w="11812588">
                  <a:moveTo>
                    <a:pt x="0" y="0"/>
                  </a:moveTo>
                  <a:lnTo>
                    <a:pt x="11812588" y="0"/>
                  </a:lnTo>
                  <a:lnTo>
                    <a:pt x="1181258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0"/>
              <a:ext cx="1181258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Via Tailwind classes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2237" y="2147292"/>
            <a:ext cx="15437054" cy="1132367"/>
            <a:chOff x="0" y="0"/>
            <a:chExt cx="20582739" cy="1509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82739" cy="1509823"/>
            </a:xfrm>
            <a:custGeom>
              <a:avLst/>
              <a:gdLst/>
              <a:ahLst/>
              <a:cxnLst/>
              <a:rect r="r" b="b" t="t" l="l"/>
              <a:pathLst>
                <a:path h="1509823" w="20582739">
                  <a:moveTo>
                    <a:pt x="0" y="0"/>
                  </a:moveTo>
                  <a:lnTo>
                    <a:pt x="20582739" y="0"/>
                  </a:lnTo>
                  <a:lnTo>
                    <a:pt x="20582739" y="1509823"/>
                  </a:lnTo>
                  <a:lnTo>
                    <a:pt x="0" y="15098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0582739" cy="15669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Challenges and Solutions During Development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92238" y="3600301"/>
            <a:ext cx="16303526" cy="907256"/>
            <a:chOff x="0" y="0"/>
            <a:chExt cx="21738035" cy="12096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38034" cy="1209675"/>
            </a:xfrm>
            <a:custGeom>
              <a:avLst/>
              <a:gdLst/>
              <a:ahLst/>
              <a:cxnLst/>
              <a:rect r="r" b="b" t="t" l="l"/>
              <a:pathLst>
                <a:path h="1209675" w="21738034">
                  <a:moveTo>
                    <a:pt x="0" y="0"/>
                  </a:moveTo>
                  <a:lnTo>
                    <a:pt x="21738034" y="0"/>
                  </a:lnTo>
                  <a:lnTo>
                    <a:pt x="21738034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21738035" cy="1304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Responsive navigation was a significant challenge. Consistent styling required reusable patterns. Content layout needed flexible solutions.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87475" y="4821734"/>
            <a:ext cx="2726680" cy="1019472"/>
            <a:chOff x="0" y="0"/>
            <a:chExt cx="3635573" cy="13592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3622929" cy="1346581"/>
            </a:xfrm>
            <a:custGeom>
              <a:avLst/>
              <a:gdLst/>
              <a:ahLst/>
              <a:cxnLst/>
              <a:rect r="r" b="b" t="t" l="l"/>
              <a:pathLst>
                <a:path h="1346581" w="3622929">
                  <a:moveTo>
                    <a:pt x="0" y="158750"/>
                  </a:moveTo>
                  <a:cubicBezTo>
                    <a:pt x="0" y="71120"/>
                    <a:pt x="71501" y="0"/>
                    <a:pt x="159766" y="0"/>
                  </a:cubicBezTo>
                  <a:lnTo>
                    <a:pt x="3463163" y="0"/>
                  </a:lnTo>
                  <a:cubicBezTo>
                    <a:pt x="3551428" y="0"/>
                    <a:pt x="3622929" y="71120"/>
                    <a:pt x="3622929" y="158750"/>
                  </a:cubicBezTo>
                  <a:lnTo>
                    <a:pt x="3622929" y="1187831"/>
                  </a:lnTo>
                  <a:cubicBezTo>
                    <a:pt x="3622929" y="1275461"/>
                    <a:pt x="3551428" y="1346581"/>
                    <a:pt x="3463163" y="1346581"/>
                  </a:cubicBezTo>
                  <a:lnTo>
                    <a:pt x="159766" y="1346581"/>
                  </a:lnTo>
                  <a:cubicBezTo>
                    <a:pt x="71501" y="1346581"/>
                    <a:pt x="0" y="1275461"/>
                    <a:pt x="0" y="1187831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35629" cy="1359281"/>
            </a:xfrm>
            <a:custGeom>
              <a:avLst/>
              <a:gdLst/>
              <a:ahLst/>
              <a:cxnLst/>
              <a:rect r="r" b="b" t="t" l="l"/>
              <a:pathLst>
                <a:path h="1359281" w="3635629">
                  <a:moveTo>
                    <a:pt x="0" y="165100"/>
                  </a:moveTo>
                  <a:cubicBezTo>
                    <a:pt x="0" y="73914"/>
                    <a:pt x="74422" y="0"/>
                    <a:pt x="166116" y="0"/>
                  </a:cubicBezTo>
                  <a:lnTo>
                    <a:pt x="3469513" y="0"/>
                  </a:lnTo>
                  <a:lnTo>
                    <a:pt x="3469513" y="6350"/>
                  </a:lnTo>
                  <a:lnTo>
                    <a:pt x="3469513" y="0"/>
                  </a:lnTo>
                  <a:cubicBezTo>
                    <a:pt x="3561207" y="0"/>
                    <a:pt x="3635629" y="73914"/>
                    <a:pt x="3635629" y="165100"/>
                  </a:cubicBezTo>
                  <a:lnTo>
                    <a:pt x="3629279" y="165100"/>
                  </a:lnTo>
                  <a:lnTo>
                    <a:pt x="3635629" y="165100"/>
                  </a:lnTo>
                  <a:lnTo>
                    <a:pt x="3635629" y="1194181"/>
                  </a:lnTo>
                  <a:lnTo>
                    <a:pt x="3629279" y="1194181"/>
                  </a:lnTo>
                  <a:lnTo>
                    <a:pt x="3635629" y="1194181"/>
                  </a:lnTo>
                  <a:cubicBezTo>
                    <a:pt x="3635629" y="1285367"/>
                    <a:pt x="3561207" y="1359281"/>
                    <a:pt x="3469513" y="1359281"/>
                  </a:cubicBezTo>
                  <a:lnTo>
                    <a:pt x="3469513" y="1352931"/>
                  </a:lnTo>
                  <a:lnTo>
                    <a:pt x="3469513" y="1359281"/>
                  </a:lnTo>
                  <a:lnTo>
                    <a:pt x="166116" y="1359281"/>
                  </a:lnTo>
                  <a:lnTo>
                    <a:pt x="166116" y="1352931"/>
                  </a:lnTo>
                  <a:lnTo>
                    <a:pt x="166116" y="1359281"/>
                  </a:lnTo>
                  <a:cubicBezTo>
                    <a:pt x="74422" y="1359281"/>
                    <a:pt x="0" y="1285367"/>
                    <a:pt x="0" y="1194181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1194181"/>
                  </a:lnTo>
                  <a:lnTo>
                    <a:pt x="6350" y="1194181"/>
                  </a:lnTo>
                  <a:lnTo>
                    <a:pt x="12700" y="1194181"/>
                  </a:lnTo>
                  <a:cubicBezTo>
                    <a:pt x="12700" y="1278382"/>
                    <a:pt x="81280" y="1346581"/>
                    <a:pt x="166116" y="1346581"/>
                  </a:cubicBezTo>
                  <a:lnTo>
                    <a:pt x="3469513" y="1346581"/>
                  </a:lnTo>
                  <a:cubicBezTo>
                    <a:pt x="3554222" y="1346581"/>
                    <a:pt x="3622929" y="1278255"/>
                    <a:pt x="3622929" y="1194181"/>
                  </a:cubicBezTo>
                  <a:lnTo>
                    <a:pt x="3622929" y="165100"/>
                  </a:lnTo>
                  <a:cubicBezTo>
                    <a:pt x="3622929" y="80899"/>
                    <a:pt x="3554349" y="12700"/>
                    <a:pt x="3469513" y="12700"/>
                  </a:cubicBezTo>
                  <a:lnTo>
                    <a:pt x="166116" y="12700"/>
                  </a:lnTo>
                  <a:lnTo>
                    <a:pt x="166116" y="6350"/>
                  </a:lnTo>
                  <a:lnTo>
                    <a:pt x="166116" y="12700"/>
                  </a:lnTo>
                  <a:cubicBezTo>
                    <a:pt x="81280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51459" y="5082331"/>
            <a:ext cx="398710" cy="498276"/>
            <a:chOff x="0" y="0"/>
            <a:chExt cx="531613" cy="6643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1613" cy="664368"/>
            </a:xfrm>
            <a:custGeom>
              <a:avLst/>
              <a:gdLst/>
              <a:ahLst/>
              <a:cxnLst/>
              <a:rect r="r" b="b" t="t" l="l"/>
              <a:pathLst>
                <a:path h="664368" w="531613">
                  <a:moveTo>
                    <a:pt x="0" y="0"/>
                  </a:moveTo>
                  <a:lnTo>
                    <a:pt x="531613" y="0"/>
                  </a:lnTo>
                  <a:lnTo>
                    <a:pt x="531613" y="664368"/>
                  </a:lnTo>
                  <a:lnTo>
                    <a:pt x="0" y="6643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33350"/>
              <a:ext cx="531613" cy="79771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999"/>
                </a:lnSpc>
              </a:pPr>
              <a:r>
                <a:rPr lang="en-US" sz="3125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992910" y="5110014"/>
            <a:ext cx="4136454" cy="554239"/>
            <a:chOff x="0" y="0"/>
            <a:chExt cx="5515272" cy="73898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15272" cy="738985"/>
            </a:xfrm>
            <a:custGeom>
              <a:avLst/>
              <a:gdLst/>
              <a:ahLst/>
              <a:cxnLst/>
              <a:rect r="r" b="b" t="t" l="l"/>
              <a:pathLst>
                <a:path h="738985" w="5515272">
                  <a:moveTo>
                    <a:pt x="0" y="0"/>
                  </a:moveTo>
                  <a:lnTo>
                    <a:pt x="5515272" y="0"/>
                  </a:lnTo>
                  <a:lnTo>
                    <a:pt x="5515272" y="738985"/>
                  </a:lnTo>
                  <a:lnTo>
                    <a:pt x="0" y="7389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515272" cy="7770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Responsive Navigation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851076" y="5817394"/>
            <a:ext cx="13303002" cy="19050"/>
            <a:chOff x="0" y="0"/>
            <a:chExt cx="17737337" cy="25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737328" cy="25400"/>
            </a:xfrm>
            <a:custGeom>
              <a:avLst/>
              <a:gdLst/>
              <a:ahLst/>
              <a:cxnLst/>
              <a:rect r="r" b="b" t="t" l="l"/>
              <a:pathLst>
                <a:path h="25400" w="17737328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7724628" y="0"/>
                  </a:lnTo>
                  <a:cubicBezTo>
                    <a:pt x="17731614" y="0"/>
                    <a:pt x="17737328" y="5715"/>
                    <a:pt x="17737328" y="12700"/>
                  </a:cubicBezTo>
                  <a:cubicBezTo>
                    <a:pt x="17737328" y="19685"/>
                    <a:pt x="17731614" y="25400"/>
                    <a:pt x="17724628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87475" y="5973366"/>
            <a:ext cx="5443984" cy="1019472"/>
            <a:chOff x="0" y="0"/>
            <a:chExt cx="7258645" cy="13592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350" y="6350"/>
              <a:ext cx="7245985" cy="1346581"/>
            </a:xfrm>
            <a:custGeom>
              <a:avLst/>
              <a:gdLst/>
              <a:ahLst/>
              <a:cxnLst/>
              <a:rect r="r" b="b" t="t" l="l"/>
              <a:pathLst>
                <a:path h="1346581" w="7245985">
                  <a:moveTo>
                    <a:pt x="0" y="158750"/>
                  </a:moveTo>
                  <a:cubicBezTo>
                    <a:pt x="0" y="71120"/>
                    <a:pt x="71628" y="0"/>
                    <a:pt x="160020" y="0"/>
                  </a:cubicBezTo>
                  <a:lnTo>
                    <a:pt x="7085965" y="0"/>
                  </a:lnTo>
                  <a:cubicBezTo>
                    <a:pt x="7174357" y="0"/>
                    <a:pt x="7245985" y="71120"/>
                    <a:pt x="7245985" y="158750"/>
                  </a:cubicBezTo>
                  <a:lnTo>
                    <a:pt x="7245985" y="1187831"/>
                  </a:lnTo>
                  <a:cubicBezTo>
                    <a:pt x="7245985" y="1275461"/>
                    <a:pt x="7174357" y="1346581"/>
                    <a:pt x="7085965" y="1346581"/>
                  </a:cubicBezTo>
                  <a:lnTo>
                    <a:pt x="160020" y="1346581"/>
                  </a:lnTo>
                  <a:cubicBezTo>
                    <a:pt x="71628" y="1346581"/>
                    <a:pt x="0" y="1275461"/>
                    <a:pt x="0" y="1187831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258685" cy="1359281"/>
            </a:xfrm>
            <a:custGeom>
              <a:avLst/>
              <a:gdLst/>
              <a:ahLst/>
              <a:cxnLst/>
              <a:rect r="r" b="b" t="t" l="l"/>
              <a:pathLst>
                <a:path h="1359281" w="7258685">
                  <a:moveTo>
                    <a:pt x="0" y="165100"/>
                  </a:moveTo>
                  <a:cubicBezTo>
                    <a:pt x="0" y="73914"/>
                    <a:pt x="74549" y="0"/>
                    <a:pt x="166370" y="0"/>
                  </a:cubicBezTo>
                  <a:lnTo>
                    <a:pt x="7092315" y="0"/>
                  </a:lnTo>
                  <a:lnTo>
                    <a:pt x="7092315" y="6350"/>
                  </a:lnTo>
                  <a:lnTo>
                    <a:pt x="7092315" y="0"/>
                  </a:lnTo>
                  <a:cubicBezTo>
                    <a:pt x="7184136" y="0"/>
                    <a:pt x="7258685" y="73914"/>
                    <a:pt x="7258685" y="165100"/>
                  </a:cubicBezTo>
                  <a:lnTo>
                    <a:pt x="7258685" y="1194181"/>
                  </a:lnTo>
                  <a:lnTo>
                    <a:pt x="7252335" y="1194181"/>
                  </a:lnTo>
                  <a:lnTo>
                    <a:pt x="7258685" y="1194181"/>
                  </a:lnTo>
                  <a:cubicBezTo>
                    <a:pt x="7258685" y="1285367"/>
                    <a:pt x="7184136" y="1359281"/>
                    <a:pt x="7092315" y="1359281"/>
                  </a:cubicBezTo>
                  <a:lnTo>
                    <a:pt x="7092315" y="1352931"/>
                  </a:lnTo>
                  <a:lnTo>
                    <a:pt x="7092315" y="1359281"/>
                  </a:lnTo>
                  <a:lnTo>
                    <a:pt x="166370" y="1359281"/>
                  </a:lnTo>
                  <a:lnTo>
                    <a:pt x="166370" y="1352931"/>
                  </a:lnTo>
                  <a:lnTo>
                    <a:pt x="166370" y="1359281"/>
                  </a:lnTo>
                  <a:cubicBezTo>
                    <a:pt x="74549" y="1359281"/>
                    <a:pt x="0" y="1285367"/>
                    <a:pt x="0" y="1194181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1194181"/>
                  </a:lnTo>
                  <a:lnTo>
                    <a:pt x="6350" y="1194181"/>
                  </a:lnTo>
                  <a:lnTo>
                    <a:pt x="12700" y="1194181"/>
                  </a:lnTo>
                  <a:cubicBezTo>
                    <a:pt x="12700" y="1278382"/>
                    <a:pt x="81407" y="1346581"/>
                    <a:pt x="166370" y="1346581"/>
                  </a:cubicBezTo>
                  <a:lnTo>
                    <a:pt x="7092315" y="1346581"/>
                  </a:lnTo>
                  <a:cubicBezTo>
                    <a:pt x="7177278" y="1346581"/>
                    <a:pt x="7245985" y="1278255"/>
                    <a:pt x="7245985" y="1194181"/>
                  </a:cubicBezTo>
                  <a:lnTo>
                    <a:pt x="7245985" y="165100"/>
                  </a:lnTo>
                  <a:lnTo>
                    <a:pt x="7252335" y="165100"/>
                  </a:lnTo>
                  <a:lnTo>
                    <a:pt x="7245985" y="165100"/>
                  </a:lnTo>
                  <a:cubicBezTo>
                    <a:pt x="7245985" y="80899"/>
                    <a:pt x="7177278" y="12700"/>
                    <a:pt x="7092315" y="12700"/>
                  </a:cubicBezTo>
                  <a:lnTo>
                    <a:pt x="166370" y="12700"/>
                  </a:lnTo>
                  <a:lnTo>
                    <a:pt x="166370" y="6350"/>
                  </a:lnTo>
                  <a:lnTo>
                    <a:pt x="166370" y="12700"/>
                  </a:lnTo>
                  <a:cubicBezTo>
                    <a:pt x="81407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3510111" y="6233964"/>
            <a:ext cx="398710" cy="498276"/>
            <a:chOff x="0" y="0"/>
            <a:chExt cx="531613" cy="66436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1613" cy="664368"/>
            </a:xfrm>
            <a:custGeom>
              <a:avLst/>
              <a:gdLst/>
              <a:ahLst/>
              <a:cxnLst/>
              <a:rect r="r" b="b" t="t" l="l"/>
              <a:pathLst>
                <a:path h="664368" w="531613">
                  <a:moveTo>
                    <a:pt x="0" y="0"/>
                  </a:moveTo>
                  <a:lnTo>
                    <a:pt x="531613" y="0"/>
                  </a:lnTo>
                  <a:lnTo>
                    <a:pt x="531613" y="664368"/>
                  </a:lnTo>
                  <a:lnTo>
                    <a:pt x="0" y="6643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33350"/>
              <a:ext cx="531613" cy="79771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999"/>
                </a:lnSpc>
              </a:pPr>
              <a:r>
                <a:rPr lang="en-US" sz="3125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710214" y="6261646"/>
            <a:ext cx="3507376" cy="554239"/>
            <a:chOff x="0" y="0"/>
            <a:chExt cx="4676502" cy="73898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676502" cy="738985"/>
            </a:xfrm>
            <a:custGeom>
              <a:avLst/>
              <a:gdLst/>
              <a:ahLst/>
              <a:cxnLst/>
              <a:rect r="r" b="b" t="t" l="l"/>
              <a:pathLst>
                <a:path h="738985" w="4676502">
                  <a:moveTo>
                    <a:pt x="0" y="0"/>
                  </a:moveTo>
                  <a:lnTo>
                    <a:pt x="4676502" y="0"/>
                  </a:lnTo>
                  <a:lnTo>
                    <a:pt x="4676502" y="738985"/>
                  </a:lnTo>
                  <a:lnTo>
                    <a:pt x="0" y="7389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676502" cy="7770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Consistent Styling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568380" y="6969026"/>
            <a:ext cx="10585698" cy="19050"/>
            <a:chOff x="0" y="0"/>
            <a:chExt cx="14114263" cy="25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114272" cy="25400"/>
            </a:xfrm>
            <a:custGeom>
              <a:avLst/>
              <a:gdLst/>
              <a:ahLst/>
              <a:cxnLst/>
              <a:rect r="r" b="b" t="t" l="l"/>
              <a:pathLst>
                <a:path h="25400" w="14114272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4101572" y="0"/>
                  </a:lnTo>
                  <a:cubicBezTo>
                    <a:pt x="14108557" y="0"/>
                    <a:pt x="14114272" y="5715"/>
                    <a:pt x="14114272" y="12700"/>
                  </a:cubicBezTo>
                  <a:cubicBezTo>
                    <a:pt x="14114272" y="19685"/>
                    <a:pt x="14108557" y="25400"/>
                    <a:pt x="14101572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2237" y="714375"/>
            <a:ext cx="15437054" cy="1132367"/>
            <a:chOff x="0" y="0"/>
            <a:chExt cx="20582739" cy="1509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82739" cy="1509823"/>
            </a:xfrm>
            <a:custGeom>
              <a:avLst/>
              <a:gdLst/>
              <a:ahLst/>
              <a:cxnLst/>
              <a:rect r="r" b="b" t="t" l="l"/>
              <a:pathLst>
                <a:path h="1509823" w="20582739">
                  <a:moveTo>
                    <a:pt x="0" y="0"/>
                  </a:moveTo>
                  <a:lnTo>
                    <a:pt x="20582739" y="0"/>
                  </a:lnTo>
                  <a:lnTo>
                    <a:pt x="20582739" y="1509823"/>
                  </a:lnTo>
                  <a:lnTo>
                    <a:pt x="0" y="15098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0582739" cy="15669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D</a:t>
              </a: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emonstration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493371" y="3079646"/>
            <a:ext cx="11301259" cy="5382225"/>
          </a:xfrm>
          <a:custGeom>
            <a:avLst/>
            <a:gdLst/>
            <a:ahLst/>
            <a:cxnLst/>
            <a:rect r="r" b="b" t="t" l="l"/>
            <a:pathLst>
              <a:path h="5382225" w="11301259">
                <a:moveTo>
                  <a:pt x="0" y="0"/>
                </a:moveTo>
                <a:lnTo>
                  <a:pt x="11301258" y="0"/>
                </a:lnTo>
                <a:lnTo>
                  <a:pt x="11301258" y="5382224"/>
                </a:lnTo>
                <a:lnTo>
                  <a:pt x="0" y="53822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780067"/>
            <a:ext cx="3138221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Desktop</a:t>
            </a:r>
            <a:r>
              <a:rPr lang="en-US" sz="3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View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2237" y="714375"/>
            <a:ext cx="15437054" cy="1132367"/>
            <a:chOff x="0" y="0"/>
            <a:chExt cx="20582739" cy="1509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82739" cy="1509823"/>
            </a:xfrm>
            <a:custGeom>
              <a:avLst/>
              <a:gdLst/>
              <a:ahLst/>
              <a:cxnLst/>
              <a:rect r="r" b="b" t="t" l="l"/>
              <a:pathLst>
                <a:path h="1509823" w="20582739">
                  <a:moveTo>
                    <a:pt x="0" y="0"/>
                  </a:moveTo>
                  <a:lnTo>
                    <a:pt x="20582739" y="0"/>
                  </a:lnTo>
                  <a:lnTo>
                    <a:pt x="20582739" y="1509823"/>
                  </a:lnTo>
                  <a:lnTo>
                    <a:pt x="0" y="15098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0582739" cy="15669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D</a:t>
              </a: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emonstration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493371" y="3141494"/>
            <a:ext cx="11301259" cy="6116806"/>
          </a:xfrm>
          <a:custGeom>
            <a:avLst/>
            <a:gdLst/>
            <a:ahLst/>
            <a:cxnLst/>
            <a:rect r="r" b="b" t="t" l="l"/>
            <a:pathLst>
              <a:path h="6116806" w="11301259">
                <a:moveTo>
                  <a:pt x="0" y="0"/>
                </a:moveTo>
                <a:lnTo>
                  <a:pt x="11301258" y="0"/>
                </a:lnTo>
                <a:lnTo>
                  <a:pt x="11301258" y="6116806"/>
                </a:lnTo>
                <a:lnTo>
                  <a:pt x="0" y="61168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780067"/>
            <a:ext cx="3138221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Desktop</a:t>
            </a:r>
            <a:r>
              <a:rPr lang="en-US" sz="3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View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2237" y="714375"/>
            <a:ext cx="15437054" cy="1132367"/>
            <a:chOff x="0" y="0"/>
            <a:chExt cx="20582739" cy="1509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82739" cy="1509823"/>
            </a:xfrm>
            <a:custGeom>
              <a:avLst/>
              <a:gdLst/>
              <a:ahLst/>
              <a:cxnLst/>
              <a:rect r="r" b="b" t="t" l="l"/>
              <a:pathLst>
                <a:path h="1509823" w="20582739">
                  <a:moveTo>
                    <a:pt x="0" y="0"/>
                  </a:moveTo>
                  <a:lnTo>
                    <a:pt x="20582739" y="0"/>
                  </a:lnTo>
                  <a:lnTo>
                    <a:pt x="20582739" y="1509823"/>
                  </a:lnTo>
                  <a:lnTo>
                    <a:pt x="0" y="15098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0582739" cy="15669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D</a:t>
              </a: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emonstration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88216" y="3437367"/>
            <a:ext cx="3464058" cy="5820933"/>
          </a:xfrm>
          <a:custGeom>
            <a:avLst/>
            <a:gdLst/>
            <a:ahLst/>
            <a:cxnLst/>
            <a:rect r="r" b="b" t="t" l="l"/>
            <a:pathLst>
              <a:path h="5820933" w="3464058">
                <a:moveTo>
                  <a:pt x="0" y="0"/>
                </a:moveTo>
                <a:lnTo>
                  <a:pt x="3464057" y="0"/>
                </a:lnTo>
                <a:lnTo>
                  <a:pt x="3464057" y="5820933"/>
                </a:lnTo>
                <a:lnTo>
                  <a:pt x="0" y="58209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720279" y="3437367"/>
            <a:ext cx="10779505" cy="5820933"/>
          </a:xfrm>
          <a:custGeom>
            <a:avLst/>
            <a:gdLst/>
            <a:ahLst/>
            <a:cxnLst/>
            <a:rect r="r" b="b" t="t" l="l"/>
            <a:pathLst>
              <a:path h="5820933" w="10779505">
                <a:moveTo>
                  <a:pt x="0" y="0"/>
                </a:moveTo>
                <a:lnTo>
                  <a:pt x="10779505" y="0"/>
                </a:lnTo>
                <a:lnTo>
                  <a:pt x="10779505" y="5820933"/>
                </a:lnTo>
                <a:lnTo>
                  <a:pt x="0" y="58209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780067"/>
            <a:ext cx="3138221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Mobile</a:t>
            </a:r>
            <a:r>
              <a:rPr lang="en-US" sz="3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DAGim_Nljiw</dc:identifier>
  <dcterms:modified xsi:type="dcterms:W3CDTF">2011-08-01T06:04:30Z</dcterms:modified>
  <cp:revision>1</cp:revision>
  <dc:title>Virtual-Travels-Responsive-Landing-Page.pptx</dc:title>
</cp:coreProperties>
</file>